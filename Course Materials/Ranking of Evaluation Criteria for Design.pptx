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6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7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A12B1-D8F9-4103-BEC4-8CE3777FF382}" v="149" dt="2026-02-13T17:31:13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41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skar Rajaura" userId="e7cdd9f2e6c3dc8f" providerId="LiveId" clId="{3365A93F-FC83-4014-AFA9-AA2F152F2463}"/>
    <pc:docChg chg="undo custSel addSld delSld modSld sldOrd">
      <pc:chgData name="Bhaskar Rajaura" userId="e7cdd9f2e6c3dc8f" providerId="LiveId" clId="{3365A93F-FC83-4014-AFA9-AA2F152F2463}" dt="2026-02-13T17:31:21.093" v="3025" actId="14100"/>
      <pc:docMkLst>
        <pc:docMk/>
      </pc:docMkLst>
      <pc:sldChg chg="addSp delSp modSp mod">
        <pc:chgData name="Bhaskar Rajaura" userId="e7cdd9f2e6c3dc8f" providerId="LiveId" clId="{3365A93F-FC83-4014-AFA9-AA2F152F2463}" dt="2026-02-11T19:07:00.291" v="1144" actId="14100"/>
        <pc:sldMkLst>
          <pc:docMk/>
          <pc:sldMk cId="1129201161" sldId="256"/>
        </pc:sldMkLst>
        <pc:graphicFrameChg chg="add mod modGraphic">
          <ac:chgData name="Bhaskar Rajaura" userId="e7cdd9f2e6c3dc8f" providerId="LiveId" clId="{3365A93F-FC83-4014-AFA9-AA2F152F2463}" dt="2026-02-11T19:07:00.291" v="1144" actId="14100"/>
          <ac:graphicFrameMkLst>
            <pc:docMk/>
            <pc:sldMk cId="1129201161" sldId="256"/>
            <ac:graphicFrameMk id="2" creationId="{4CD087CB-1FCE-0B8F-D1F7-EC352BE5EE40}"/>
          </ac:graphicFrameMkLst>
        </pc:graphicFrameChg>
      </pc:sldChg>
      <pc:sldChg chg="addSp delSp modSp mod">
        <pc:chgData name="Bhaskar Rajaura" userId="e7cdd9f2e6c3dc8f" providerId="LiveId" clId="{3365A93F-FC83-4014-AFA9-AA2F152F2463}" dt="2026-02-13T16:43:03.980" v="2573" actId="1076"/>
        <pc:sldMkLst>
          <pc:docMk/>
          <pc:sldMk cId="218854765" sldId="257"/>
        </pc:sldMkLst>
        <pc:spChg chg="mod">
          <ac:chgData name="Bhaskar Rajaura" userId="e7cdd9f2e6c3dc8f" providerId="LiveId" clId="{3365A93F-FC83-4014-AFA9-AA2F152F2463}" dt="2026-02-13T16:42:16.125" v="2561" actId="1076"/>
          <ac:spMkLst>
            <pc:docMk/>
            <pc:sldMk cId="218854765" sldId="257"/>
            <ac:spMk id="2" creationId="{3AB3DEB6-15BE-F95D-34F6-A1C6CC0DF83E}"/>
          </ac:spMkLst>
        </pc:spChg>
        <pc:graphicFrameChg chg="add mod modGraphic">
          <ac:chgData name="Bhaskar Rajaura" userId="e7cdd9f2e6c3dc8f" providerId="LiveId" clId="{3365A93F-FC83-4014-AFA9-AA2F152F2463}" dt="2026-02-13T16:43:03.980" v="2573" actId="1076"/>
          <ac:graphicFrameMkLst>
            <pc:docMk/>
            <pc:sldMk cId="218854765" sldId="257"/>
            <ac:graphicFrameMk id="3" creationId="{71BD6FD2-732A-4B99-9E56-44BEBCC864EA}"/>
          </ac:graphicFrameMkLst>
        </pc:graphicFrameChg>
      </pc:sldChg>
      <pc:sldChg chg="addSp delSp modSp new mod">
        <pc:chgData name="Bhaskar Rajaura" userId="e7cdd9f2e6c3dc8f" providerId="LiveId" clId="{3365A93F-FC83-4014-AFA9-AA2F152F2463}" dt="2026-02-11T19:14:08.496" v="1157" actId="14100"/>
        <pc:sldMkLst>
          <pc:docMk/>
          <pc:sldMk cId="2457881999" sldId="258"/>
        </pc:sldMkLst>
        <pc:graphicFrameChg chg="add mod modGraphic">
          <ac:chgData name="Bhaskar Rajaura" userId="e7cdd9f2e6c3dc8f" providerId="LiveId" clId="{3365A93F-FC83-4014-AFA9-AA2F152F2463}" dt="2026-02-11T19:14:08.496" v="1157" actId="14100"/>
          <ac:graphicFrameMkLst>
            <pc:docMk/>
            <pc:sldMk cId="2457881999" sldId="258"/>
            <ac:graphicFrameMk id="4" creationId="{082DEE9B-A7BD-DFF3-FDF1-1F0471491520}"/>
          </ac:graphicFrameMkLst>
        </pc:graphicFrameChg>
      </pc:sldChg>
      <pc:sldChg chg="addSp modSp new mod">
        <pc:chgData name="Bhaskar Rajaura" userId="e7cdd9f2e6c3dc8f" providerId="LiveId" clId="{3365A93F-FC83-4014-AFA9-AA2F152F2463}" dt="2026-02-05T14:32:02.303" v="593" actId="113"/>
        <pc:sldMkLst>
          <pc:docMk/>
          <pc:sldMk cId="3248933908" sldId="260"/>
        </pc:sldMkLst>
        <pc:spChg chg="add mod">
          <ac:chgData name="Bhaskar Rajaura" userId="e7cdd9f2e6c3dc8f" providerId="LiveId" clId="{3365A93F-FC83-4014-AFA9-AA2F152F2463}" dt="2026-02-05T14:17:01.167" v="154" actId="122"/>
          <ac:spMkLst>
            <pc:docMk/>
            <pc:sldMk cId="3248933908" sldId="260"/>
            <ac:spMk id="2" creationId="{915589FE-31D1-0306-E574-0AE411808C41}"/>
          </ac:spMkLst>
        </pc:spChg>
        <pc:spChg chg="add mod">
          <ac:chgData name="Bhaskar Rajaura" userId="e7cdd9f2e6c3dc8f" providerId="LiveId" clId="{3365A93F-FC83-4014-AFA9-AA2F152F2463}" dt="2026-02-05T14:20:50.342" v="345" actId="1076"/>
          <ac:spMkLst>
            <pc:docMk/>
            <pc:sldMk cId="3248933908" sldId="260"/>
            <ac:spMk id="3" creationId="{752B7BB2-0BF4-43CD-18FB-794AFF651371}"/>
          </ac:spMkLst>
        </pc:spChg>
        <pc:spChg chg="add mod">
          <ac:chgData name="Bhaskar Rajaura" userId="e7cdd9f2e6c3dc8f" providerId="LiveId" clId="{3365A93F-FC83-4014-AFA9-AA2F152F2463}" dt="2026-02-05T14:21:51.510" v="354" actId="1076"/>
          <ac:spMkLst>
            <pc:docMk/>
            <pc:sldMk cId="3248933908" sldId="260"/>
            <ac:spMk id="5" creationId="{3E3EFC0C-87DC-FC0A-4B5D-679D93F4423E}"/>
          </ac:spMkLst>
        </pc:spChg>
        <pc:spChg chg="add mod">
          <ac:chgData name="Bhaskar Rajaura" userId="e7cdd9f2e6c3dc8f" providerId="LiveId" clId="{3365A93F-FC83-4014-AFA9-AA2F152F2463}" dt="2026-02-05T14:22:14.358" v="359" actId="1076"/>
          <ac:spMkLst>
            <pc:docMk/>
            <pc:sldMk cId="3248933908" sldId="260"/>
            <ac:spMk id="7" creationId="{7912216D-33C6-B691-98CA-BC28316BDD72}"/>
          </ac:spMkLst>
        </pc:spChg>
        <pc:spChg chg="add mod">
          <ac:chgData name="Bhaskar Rajaura" userId="e7cdd9f2e6c3dc8f" providerId="LiveId" clId="{3365A93F-FC83-4014-AFA9-AA2F152F2463}" dt="2026-02-05T14:31:41.676" v="588" actId="2711"/>
          <ac:spMkLst>
            <pc:docMk/>
            <pc:sldMk cId="3248933908" sldId="260"/>
            <ac:spMk id="9" creationId="{C8669D27-7E1B-AB1E-5C01-FA7370ECAD33}"/>
          </ac:spMkLst>
        </pc:spChg>
        <pc:spChg chg="add mod">
          <ac:chgData name="Bhaskar Rajaura" userId="e7cdd9f2e6c3dc8f" providerId="LiveId" clId="{3365A93F-FC83-4014-AFA9-AA2F152F2463}" dt="2026-02-05T14:25:32.412" v="549" actId="20577"/>
          <ac:spMkLst>
            <pc:docMk/>
            <pc:sldMk cId="3248933908" sldId="260"/>
            <ac:spMk id="12" creationId="{5EBC2A1B-0E68-59C6-3A69-40DD9DE168C9}"/>
          </ac:spMkLst>
        </pc:spChg>
        <pc:spChg chg="add mod">
          <ac:chgData name="Bhaskar Rajaura" userId="e7cdd9f2e6c3dc8f" providerId="LiveId" clId="{3365A93F-FC83-4014-AFA9-AA2F152F2463}" dt="2026-02-05T14:31:56.837" v="591" actId="14100"/>
          <ac:spMkLst>
            <pc:docMk/>
            <pc:sldMk cId="3248933908" sldId="260"/>
            <ac:spMk id="14" creationId="{A1D0B3BE-522C-7CBD-6446-EF14D6ADC2FD}"/>
          </ac:spMkLst>
        </pc:spChg>
        <pc:spChg chg="add mod">
          <ac:chgData name="Bhaskar Rajaura" userId="e7cdd9f2e6c3dc8f" providerId="LiveId" clId="{3365A93F-FC83-4014-AFA9-AA2F152F2463}" dt="2026-02-05T14:27:15.323" v="569" actId="1076"/>
          <ac:spMkLst>
            <pc:docMk/>
            <pc:sldMk cId="3248933908" sldId="260"/>
            <ac:spMk id="16" creationId="{9825EDF1-D5BF-C803-60FA-70DCB638EEC7}"/>
          </ac:spMkLst>
        </pc:spChg>
        <pc:spChg chg="add mod">
          <ac:chgData name="Bhaskar Rajaura" userId="e7cdd9f2e6c3dc8f" providerId="LiveId" clId="{3365A93F-FC83-4014-AFA9-AA2F152F2463}" dt="2026-02-05T14:32:02.303" v="593" actId="113"/>
          <ac:spMkLst>
            <pc:docMk/>
            <pc:sldMk cId="3248933908" sldId="260"/>
            <ac:spMk id="18" creationId="{A11D0FBD-25AA-F845-A24D-A6F4F8B25557}"/>
          </ac:spMkLst>
        </pc:spChg>
        <pc:spChg chg="add mod">
          <ac:chgData name="Bhaskar Rajaura" userId="e7cdd9f2e6c3dc8f" providerId="LiveId" clId="{3365A93F-FC83-4014-AFA9-AA2F152F2463}" dt="2026-02-05T14:31:21.867" v="585" actId="1076"/>
          <ac:spMkLst>
            <pc:docMk/>
            <pc:sldMk cId="3248933908" sldId="260"/>
            <ac:spMk id="20" creationId="{0192FD65-5CF6-70A1-5A45-EA5776A24481}"/>
          </ac:spMkLst>
        </pc:spChg>
        <pc:picChg chg="add mod">
          <ac:chgData name="Bhaskar Rajaura" userId="e7cdd9f2e6c3dc8f" providerId="LiveId" clId="{3365A93F-FC83-4014-AFA9-AA2F152F2463}" dt="2026-02-05T14:21:22.652" v="348" actId="14100"/>
          <ac:picMkLst>
            <pc:docMk/>
            <pc:sldMk cId="3248933908" sldId="260"/>
            <ac:picMk id="4098" creationId="{2B20EF8A-2467-796B-8ABE-4C8B64995F95}"/>
          </ac:picMkLst>
        </pc:picChg>
        <pc:picChg chg="add mod">
          <ac:chgData name="Bhaskar Rajaura" userId="e7cdd9f2e6c3dc8f" providerId="LiveId" clId="{3365A93F-FC83-4014-AFA9-AA2F152F2463}" dt="2026-02-05T14:23:12.225" v="364" actId="1076"/>
          <ac:picMkLst>
            <pc:docMk/>
            <pc:sldMk cId="3248933908" sldId="260"/>
            <ac:picMk id="4100" creationId="{6A8E06B5-0513-6CD8-6CA1-CE4B070F4798}"/>
          </ac:picMkLst>
        </pc:picChg>
        <pc:picChg chg="add mod">
          <ac:chgData name="Bhaskar Rajaura" userId="e7cdd9f2e6c3dc8f" providerId="LiveId" clId="{3365A93F-FC83-4014-AFA9-AA2F152F2463}" dt="2026-02-05T14:27:19.493" v="570" actId="14100"/>
          <ac:picMkLst>
            <pc:docMk/>
            <pc:sldMk cId="3248933908" sldId="260"/>
            <ac:picMk id="4104" creationId="{9270658F-B44B-862D-712C-B27E6F2C77E6}"/>
          </ac:picMkLst>
        </pc:picChg>
        <pc:picChg chg="add mod">
          <ac:chgData name="Bhaskar Rajaura" userId="e7cdd9f2e6c3dc8f" providerId="LiveId" clId="{3365A93F-FC83-4014-AFA9-AA2F152F2463}" dt="2026-02-05T14:30:19.003" v="574" actId="14100"/>
          <ac:picMkLst>
            <pc:docMk/>
            <pc:sldMk cId="3248933908" sldId="260"/>
            <ac:picMk id="4106" creationId="{1FEC2FE9-27F4-EB28-5FD5-B291CA96283D}"/>
          </ac:picMkLst>
        </pc:picChg>
      </pc:sldChg>
      <pc:sldChg chg="addSp modSp new mod">
        <pc:chgData name="Bhaskar Rajaura" userId="e7cdd9f2e6c3dc8f" providerId="LiveId" clId="{3365A93F-FC83-4014-AFA9-AA2F152F2463}" dt="2026-02-05T14:41:14.498" v="644" actId="1076"/>
        <pc:sldMkLst>
          <pc:docMk/>
          <pc:sldMk cId="1460720574" sldId="261"/>
        </pc:sldMkLst>
        <pc:spChg chg="add mod">
          <ac:chgData name="Bhaskar Rajaura" userId="e7cdd9f2e6c3dc8f" providerId="LiveId" clId="{3365A93F-FC83-4014-AFA9-AA2F152F2463}" dt="2026-02-05T14:37:04.286" v="597" actId="113"/>
          <ac:spMkLst>
            <pc:docMk/>
            <pc:sldMk cId="1460720574" sldId="261"/>
            <ac:spMk id="3" creationId="{06783F6A-A981-A6BD-332B-1AB6FFC03D71}"/>
          </ac:spMkLst>
        </pc:spChg>
        <pc:spChg chg="add mod">
          <ac:chgData name="Bhaskar Rajaura" userId="e7cdd9f2e6c3dc8f" providerId="LiveId" clId="{3365A93F-FC83-4014-AFA9-AA2F152F2463}" dt="2026-02-05T14:38:29.880" v="617" actId="20577"/>
          <ac:spMkLst>
            <pc:docMk/>
            <pc:sldMk cId="1460720574" sldId="261"/>
            <ac:spMk id="7" creationId="{D368AF0E-56A1-D42B-77B8-4C7B49EE5C2D}"/>
          </ac:spMkLst>
        </pc:spChg>
        <pc:spChg chg="add mod">
          <ac:chgData name="Bhaskar Rajaura" userId="e7cdd9f2e6c3dc8f" providerId="LiveId" clId="{3365A93F-FC83-4014-AFA9-AA2F152F2463}" dt="2026-02-05T14:39:17.970" v="620" actId="113"/>
          <ac:spMkLst>
            <pc:docMk/>
            <pc:sldMk cId="1460720574" sldId="261"/>
            <ac:spMk id="9" creationId="{4A46531E-078C-9973-87AC-0809164F4418}"/>
          </ac:spMkLst>
        </pc:spChg>
        <pc:spChg chg="add mod">
          <ac:chgData name="Bhaskar Rajaura" userId="e7cdd9f2e6c3dc8f" providerId="LiveId" clId="{3365A93F-FC83-4014-AFA9-AA2F152F2463}" dt="2026-02-05T14:41:14.498" v="644" actId="1076"/>
          <ac:spMkLst>
            <pc:docMk/>
            <pc:sldMk cId="1460720574" sldId="261"/>
            <ac:spMk id="13" creationId="{D8ABDDBF-86FF-774D-438A-55D396D89A35}"/>
          </ac:spMkLst>
        </pc:spChg>
        <pc:graphicFrameChg chg="add mod modGraphic">
          <ac:chgData name="Bhaskar Rajaura" userId="e7cdd9f2e6c3dc8f" providerId="LiveId" clId="{3365A93F-FC83-4014-AFA9-AA2F152F2463}" dt="2026-02-05T14:37:27.125" v="603" actId="1076"/>
          <ac:graphicFrameMkLst>
            <pc:docMk/>
            <pc:sldMk cId="1460720574" sldId="261"/>
            <ac:graphicFrameMk id="4" creationId="{51853286-A5C6-D0BD-446A-01378A91C278}"/>
          </ac:graphicFrameMkLst>
        </pc:graphicFrameChg>
        <pc:graphicFrameChg chg="add mod modGraphic">
          <ac:chgData name="Bhaskar Rajaura" userId="e7cdd9f2e6c3dc8f" providerId="LiveId" clId="{3365A93F-FC83-4014-AFA9-AA2F152F2463}" dt="2026-02-05T14:37:46.620" v="609" actId="14100"/>
          <ac:graphicFrameMkLst>
            <pc:docMk/>
            <pc:sldMk cId="1460720574" sldId="261"/>
            <ac:graphicFrameMk id="5" creationId="{CC3A769B-1377-0501-ABA6-5EDF1CCC1F74}"/>
          </ac:graphicFrameMkLst>
        </pc:graphicFrameChg>
        <pc:graphicFrameChg chg="add mod modGraphic">
          <ac:chgData name="Bhaskar Rajaura" userId="e7cdd9f2e6c3dc8f" providerId="LiveId" clId="{3365A93F-FC83-4014-AFA9-AA2F152F2463}" dt="2026-02-05T14:39:59.314" v="627" actId="1076"/>
          <ac:graphicFrameMkLst>
            <pc:docMk/>
            <pc:sldMk cId="1460720574" sldId="261"/>
            <ac:graphicFrameMk id="10" creationId="{8F6FB5F4-678D-622F-A644-596370DB81A0}"/>
          </ac:graphicFrameMkLst>
        </pc:graphicFrameChg>
        <pc:graphicFrameChg chg="add mod modGraphic">
          <ac:chgData name="Bhaskar Rajaura" userId="e7cdd9f2e6c3dc8f" providerId="LiveId" clId="{3365A93F-FC83-4014-AFA9-AA2F152F2463}" dt="2026-02-05T14:40:36.113" v="634" actId="14100"/>
          <ac:graphicFrameMkLst>
            <pc:docMk/>
            <pc:sldMk cId="1460720574" sldId="261"/>
            <ac:graphicFrameMk id="11" creationId="{00E4FB82-1F39-74C0-0E95-9EC57E32CE7F}"/>
          </ac:graphicFrameMkLst>
        </pc:graphicFrameChg>
      </pc:sldChg>
      <pc:sldChg chg="addSp modSp new mod">
        <pc:chgData name="Bhaskar Rajaura" userId="e7cdd9f2e6c3dc8f" providerId="LiveId" clId="{3365A93F-FC83-4014-AFA9-AA2F152F2463}" dt="2026-02-05T16:15:53.105" v="702" actId="20577"/>
        <pc:sldMkLst>
          <pc:docMk/>
          <pc:sldMk cId="2047567873" sldId="262"/>
        </pc:sldMkLst>
        <pc:spChg chg="add mod">
          <ac:chgData name="Bhaskar Rajaura" userId="e7cdd9f2e6c3dc8f" providerId="LiveId" clId="{3365A93F-FC83-4014-AFA9-AA2F152F2463}" dt="2026-02-05T16:09:22.059" v="650" actId="113"/>
          <ac:spMkLst>
            <pc:docMk/>
            <pc:sldMk cId="2047567873" sldId="262"/>
            <ac:spMk id="3" creationId="{196667F4-745A-06EC-EA71-B9CAA1DFEEB7}"/>
          </ac:spMkLst>
        </pc:spChg>
        <pc:spChg chg="add mod">
          <ac:chgData name="Bhaskar Rajaura" userId="e7cdd9f2e6c3dc8f" providerId="LiveId" clId="{3365A93F-FC83-4014-AFA9-AA2F152F2463}" dt="2026-02-05T16:12:03.107" v="673" actId="255"/>
          <ac:spMkLst>
            <pc:docMk/>
            <pc:sldMk cId="2047567873" sldId="262"/>
            <ac:spMk id="7" creationId="{D3C93A5D-90D4-3944-9D15-F068A5034A0D}"/>
          </ac:spMkLst>
        </pc:spChg>
        <pc:spChg chg="add mod">
          <ac:chgData name="Bhaskar Rajaura" userId="e7cdd9f2e6c3dc8f" providerId="LiveId" clId="{3365A93F-FC83-4014-AFA9-AA2F152F2463}" dt="2026-02-05T16:13:57.655" v="677" actId="1076"/>
          <ac:spMkLst>
            <pc:docMk/>
            <pc:sldMk cId="2047567873" sldId="262"/>
            <ac:spMk id="9" creationId="{94CEF6E7-AD16-C337-19BE-C32803F1CCBD}"/>
          </ac:spMkLst>
        </pc:spChg>
        <pc:spChg chg="add mod">
          <ac:chgData name="Bhaskar Rajaura" userId="e7cdd9f2e6c3dc8f" providerId="LiveId" clId="{3365A93F-FC83-4014-AFA9-AA2F152F2463}" dt="2026-02-05T16:15:53.105" v="702" actId="20577"/>
          <ac:spMkLst>
            <pc:docMk/>
            <pc:sldMk cId="2047567873" sldId="262"/>
            <ac:spMk id="14" creationId="{3ABAA10E-5072-3549-5DCA-2268667B639C}"/>
          </ac:spMkLst>
        </pc:spChg>
        <pc:graphicFrameChg chg="add mod modGraphic">
          <ac:chgData name="Bhaskar Rajaura" userId="e7cdd9f2e6c3dc8f" providerId="LiveId" clId="{3365A93F-FC83-4014-AFA9-AA2F152F2463}" dt="2026-02-05T16:11:48.207" v="667" actId="14100"/>
          <ac:graphicFrameMkLst>
            <pc:docMk/>
            <pc:sldMk cId="2047567873" sldId="262"/>
            <ac:graphicFrameMk id="4" creationId="{213D2E64-BE36-E479-3835-69734E9166D0}"/>
          </ac:graphicFrameMkLst>
        </pc:graphicFrameChg>
        <pc:graphicFrameChg chg="add mod modGraphic">
          <ac:chgData name="Bhaskar Rajaura" userId="e7cdd9f2e6c3dc8f" providerId="LiveId" clId="{3365A93F-FC83-4014-AFA9-AA2F152F2463}" dt="2026-02-05T16:11:21.691" v="662" actId="1076"/>
          <ac:graphicFrameMkLst>
            <pc:docMk/>
            <pc:sldMk cId="2047567873" sldId="262"/>
            <ac:graphicFrameMk id="5" creationId="{A483B9EB-AB79-74A7-59AD-0F53AEC8F93C}"/>
          </ac:graphicFrameMkLst>
        </pc:graphicFrameChg>
        <pc:graphicFrameChg chg="add mod modGraphic">
          <ac:chgData name="Bhaskar Rajaura" userId="e7cdd9f2e6c3dc8f" providerId="LiveId" clId="{3365A93F-FC83-4014-AFA9-AA2F152F2463}" dt="2026-02-05T16:14:47.214" v="685" actId="1076"/>
          <ac:graphicFrameMkLst>
            <pc:docMk/>
            <pc:sldMk cId="2047567873" sldId="262"/>
            <ac:graphicFrameMk id="11" creationId="{CD0C3BDB-450C-70E6-DC4F-6F7F46BB1BDA}"/>
          </ac:graphicFrameMkLst>
        </pc:graphicFrameChg>
        <pc:graphicFrameChg chg="add mod modGraphic">
          <ac:chgData name="Bhaskar Rajaura" userId="e7cdd9f2e6c3dc8f" providerId="LiveId" clId="{3365A93F-FC83-4014-AFA9-AA2F152F2463}" dt="2026-02-05T16:15:18.303" v="692" actId="1076"/>
          <ac:graphicFrameMkLst>
            <pc:docMk/>
            <pc:sldMk cId="2047567873" sldId="262"/>
            <ac:graphicFrameMk id="12" creationId="{8E2DC11F-C0E2-B88C-BAD4-AC261094A3DB}"/>
          </ac:graphicFrameMkLst>
        </pc:graphicFrameChg>
      </pc:sldChg>
      <pc:sldChg chg="addSp modSp new mod">
        <pc:chgData name="Bhaskar Rajaura" userId="e7cdd9f2e6c3dc8f" providerId="LiveId" clId="{3365A93F-FC83-4014-AFA9-AA2F152F2463}" dt="2026-02-05T16:23:25.884" v="751" actId="1076"/>
        <pc:sldMkLst>
          <pc:docMk/>
          <pc:sldMk cId="290973792" sldId="263"/>
        </pc:sldMkLst>
        <pc:spChg chg="add mod">
          <ac:chgData name="Bhaskar Rajaura" userId="e7cdd9f2e6c3dc8f" providerId="LiveId" clId="{3365A93F-FC83-4014-AFA9-AA2F152F2463}" dt="2026-02-05T16:19:41.129" v="707" actId="1076"/>
          <ac:spMkLst>
            <pc:docMk/>
            <pc:sldMk cId="290973792" sldId="263"/>
            <ac:spMk id="3" creationId="{87F07452-F54C-FED4-527E-DB527DEA1BA2}"/>
          </ac:spMkLst>
        </pc:spChg>
        <pc:spChg chg="add mod">
          <ac:chgData name="Bhaskar Rajaura" userId="e7cdd9f2e6c3dc8f" providerId="LiveId" clId="{3365A93F-FC83-4014-AFA9-AA2F152F2463}" dt="2026-02-05T16:21:21.767" v="727" actId="20577"/>
          <ac:spMkLst>
            <pc:docMk/>
            <pc:sldMk cId="290973792" sldId="263"/>
            <ac:spMk id="7" creationId="{379C92EB-0D93-7A10-9F39-8ABFC9593A5B}"/>
          </ac:spMkLst>
        </pc:spChg>
        <pc:spChg chg="add mod">
          <ac:chgData name="Bhaskar Rajaura" userId="e7cdd9f2e6c3dc8f" providerId="LiveId" clId="{3365A93F-FC83-4014-AFA9-AA2F152F2463}" dt="2026-02-05T16:22:06.072" v="731" actId="113"/>
          <ac:spMkLst>
            <pc:docMk/>
            <pc:sldMk cId="290973792" sldId="263"/>
            <ac:spMk id="9" creationId="{B613CBF8-79D7-F3F5-3582-CD7366DCD98D}"/>
          </ac:spMkLst>
        </pc:spChg>
        <pc:spChg chg="add mod">
          <ac:chgData name="Bhaskar Rajaura" userId="e7cdd9f2e6c3dc8f" providerId="LiveId" clId="{3365A93F-FC83-4014-AFA9-AA2F152F2463}" dt="2026-02-05T16:23:25.884" v="751" actId="1076"/>
          <ac:spMkLst>
            <pc:docMk/>
            <pc:sldMk cId="290973792" sldId="263"/>
            <ac:spMk id="13" creationId="{59231510-A106-76DA-2C2D-D687D3E8803B}"/>
          </ac:spMkLst>
        </pc:spChg>
        <pc:graphicFrameChg chg="add mod modGraphic">
          <ac:chgData name="Bhaskar Rajaura" userId="e7cdd9f2e6c3dc8f" providerId="LiveId" clId="{3365A93F-FC83-4014-AFA9-AA2F152F2463}" dt="2026-02-05T16:20:21.866" v="712" actId="1076"/>
          <ac:graphicFrameMkLst>
            <pc:docMk/>
            <pc:sldMk cId="290973792" sldId="263"/>
            <ac:graphicFrameMk id="4" creationId="{EA9433B1-05FD-CD76-29C0-DFD74BD31108}"/>
          </ac:graphicFrameMkLst>
        </pc:graphicFrameChg>
        <pc:graphicFrameChg chg="add mod modGraphic">
          <ac:chgData name="Bhaskar Rajaura" userId="e7cdd9f2e6c3dc8f" providerId="LiveId" clId="{3365A93F-FC83-4014-AFA9-AA2F152F2463}" dt="2026-02-05T16:20:46.447" v="718" actId="14100"/>
          <ac:graphicFrameMkLst>
            <pc:docMk/>
            <pc:sldMk cId="290973792" sldId="263"/>
            <ac:graphicFrameMk id="5" creationId="{CFE664AF-8EEA-CF89-4B3C-10A266EB5217}"/>
          </ac:graphicFrameMkLst>
        </pc:graphicFrameChg>
        <pc:graphicFrameChg chg="add mod modGraphic">
          <ac:chgData name="Bhaskar Rajaura" userId="e7cdd9f2e6c3dc8f" providerId="LiveId" clId="{3365A93F-FC83-4014-AFA9-AA2F152F2463}" dt="2026-02-05T16:22:39.862" v="736" actId="14100"/>
          <ac:graphicFrameMkLst>
            <pc:docMk/>
            <pc:sldMk cId="290973792" sldId="263"/>
            <ac:graphicFrameMk id="10" creationId="{C3C8EB47-4905-4DF9-957F-0FD263D8B597}"/>
          </ac:graphicFrameMkLst>
        </pc:graphicFrameChg>
        <pc:graphicFrameChg chg="add mod modGraphic">
          <ac:chgData name="Bhaskar Rajaura" userId="e7cdd9f2e6c3dc8f" providerId="LiveId" clId="{3365A93F-FC83-4014-AFA9-AA2F152F2463}" dt="2026-02-05T16:22:58.512" v="742" actId="1076"/>
          <ac:graphicFrameMkLst>
            <pc:docMk/>
            <pc:sldMk cId="290973792" sldId="263"/>
            <ac:graphicFrameMk id="11" creationId="{829FBD61-DC8A-AFA1-8EBE-D17DE428368C}"/>
          </ac:graphicFrameMkLst>
        </pc:graphicFrameChg>
      </pc:sldChg>
      <pc:sldChg chg="addSp delSp modSp new mod">
        <pc:chgData name="Bhaskar Rajaura" userId="e7cdd9f2e6c3dc8f" providerId="LiveId" clId="{3365A93F-FC83-4014-AFA9-AA2F152F2463}" dt="2026-02-13T17:22:47.612" v="2787" actId="20577"/>
        <pc:sldMkLst>
          <pc:docMk/>
          <pc:sldMk cId="1933925257" sldId="264"/>
        </pc:sldMkLst>
        <pc:spChg chg="add mod">
          <ac:chgData name="Bhaskar Rajaura" userId="e7cdd9f2e6c3dc8f" providerId="LiveId" clId="{3365A93F-FC83-4014-AFA9-AA2F152F2463}" dt="2026-02-13T17:20:30.254" v="2748" actId="1076"/>
          <ac:spMkLst>
            <pc:docMk/>
            <pc:sldMk cId="1933925257" sldId="264"/>
            <ac:spMk id="2" creationId="{97160977-90F8-2E78-8038-11BE3C0F562A}"/>
          </ac:spMkLst>
        </pc:spChg>
        <pc:spChg chg="add mod">
          <ac:chgData name="Bhaskar Rajaura" userId="e7cdd9f2e6c3dc8f" providerId="LiveId" clId="{3365A93F-FC83-4014-AFA9-AA2F152F2463}" dt="2026-02-05T16:25:30.859" v="758" actId="113"/>
          <ac:spMkLst>
            <pc:docMk/>
            <pc:sldMk cId="1933925257" sldId="264"/>
            <ac:spMk id="3" creationId="{5D1FC734-DAE5-13CB-9001-BC138169E37A}"/>
          </ac:spMkLst>
        </pc:spChg>
        <pc:spChg chg="add mod">
          <ac:chgData name="Bhaskar Rajaura" userId="e7cdd9f2e6c3dc8f" providerId="LiveId" clId="{3365A93F-FC83-4014-AFA9-AA2F152F2463}" dt="2026-02-05T16:34:51.675" v="779" actId="1076"/>
          <ac:spMkLst>
            <pc:docMk/>
            <pc:sldMk cId="1933925257" sldId="264"/>
            <ac:spMk id="7" creationId="{53D72392-200C-85C8-B34D-EA0536E549A9}"/>
          </ac:spMkLst>
        </pc:spChg>
        <pc:spChg chg="add del mod">
          <ac:chgData name="Bhaskar Rajaura" userId="e7cdd9f2e6c3dc8f" providerId="LiveId" clId="{3365A93F-FC83-4014-AFA9-AA2F152F2463}" dt="2026-02-13T17:20:10.346" v="2745" actId="478"/>
          <ac:spMkLst>
            <pc:docMk/>
            <pc:sldMk cId="1933925257" sldId="264"/>
            <ac:spMk id="9" creationId="{10F22FF3-9911-5429-8FE9-60DA1FC53E9D}"/>
          </ac:spMkLst>
        </pc:spChg>
        <pc:spChg chg="add mod">
          <ac:chgData name="Bhaskar Rajaura" userId="e7cdd9f2e6c3dc8f" providerId="LiveId" clId="{3365A93F-FC83-4014-AFA9-AA2F152F2463}" dt="2026-02-13T17:22:47.612" v="2787" actId="20577"/>
          <ac:spMkLst>
            <pc:docMk/>
            <pc:sldMk cId="1933925257" sldId="264"/>
            <ac:spMk id="13" creationId="{FA6EB975-F03D-482A-1F22-D56BABB5F2EE}"/>
          </ac:spMkLst>
        </pc:spChg>
        <pc:graphicFrameChg chg="add mod modGraphic">
          <ac:chgData name="Bhaskar Rajaura" userId="e7cdd9f2e6c3dc8f" providerId="LiveId" clId="{3365A93F-FC83-4014-AFA9-AA2F152F2463}" dt="2026-02-05T16:33:51.659" v="764" actId="14100"/>
          <ac:graphicFrameMkLst>
            <pc:docMk/>
            <pc:sldMk cId="1933925257" sldId="264"/>
            <ac:graphicFrameMk id="4" creationId="{FD7FBD60-5863-F979-FEDC-52FF764F8748}"/>
          </ac:graphicFrameMkLst>
        </pc:graphicFrameChg>
        <pc:graphicFrameChg chg="add mod modGraphic">
          <ac:chgData name="Bhaskar Rajaura" userId="e7cdd9f2e6c3dc8f" providerId="LiveId" clId="{3365A93F-FC83-4014-AFA9-AA2F152F2463}" dt="2026-02-05T16:34:12.532" v="770" actId="14100"/>
          <ac:graphicFrameMkLst>
            <pc:docMk/>
            <pc:sldMk cId="1933925257" sldId="264"/>
            <ac:graphicFrameMk id="5" creationId="{7A985317-7BA2-BD5E-3DAC-A84DDB0B2E25}"/>
          </ac:graphicFrameMkLst>
        </pc:graphicFrameChg>
        <pc:graphicFrameChg chg="add mod modGraphic">
          <ac:chgData name="Bhaskar Rajaura" userId="e7cdd9f2e6c3dc8f" providerId="LiveId" clId="{3365A93F-FC83-4014-AFA9-AA2F152F2463}" dt="2026-02-13T17:22:00.976" v="2755" actId="14100"/>
          <ac:graphicFrameMkLst>
            <pc:docMk/>
            <pc:sldMk cId="1933925257" sldId="264"/>
            <ac:graphicFrameMk id="6" creationId="{69237320-BA2F-5F20-A493-8E498D17ADEF}"/>
          </ac:graphicFrameMkLst>
        </pc:graphicFrameChg>
        <pc:graphicFrameChg chg="add mod">
          <ac:chgData name="Bhaskar Rajaura" userId="e7cdd9f2e6c3dc8f" providerId="LiveId" clId="{3365A93F-FC83-4014-AFA9-AA2F152F2463}" dt="2026-02-13T17:22:18.808" v="2759" actId="1076"/>
          <ac:graphicFrameMkLst>
            <pc:docMk/>
            <pc:sldMk cId="1933925257" sldId="264"/>
            <ac:graphicFrameMk id="8" creationId="{4CDD5F88-911A-D5D6-75BC-2751B43BB057}"/>
          </ac:graphicFrameMkLst>
        </pc:graphicFrameChg>
        <pc:graphicFrameChg chg="add del mod modGraphic">
          <ac:chgData name="Bhaskar Rajaura" userId="e7cdd9f2e6c3dc8f" providerId="LiveId" clId="{3365A93F-FC83-4014-AFA9-AA2F152F2463}" dt="2026-02-13T17:21:28.511" v="2749" actId="478"/>
          <ac:graphicFrameMkLst>
            <pc:docMk/>
            <pc:sldMk cId="1933925257" sldId="264"/>
            <ac:graphicFrameMk id="10" creationId="{9D2D14AD-E24F-E328-DFE6-B31B1295F62E}"/>
          </ac:graphicFrameMkLst>
        </pc:graphicFrameChg>
        <pc:graphicFrameChg chg="add del mod modGraphic">
          <ac:chgData name="Bhaskar Rajaura" userId="e7cdd9f2e6c3dc8f" providerId="LiveId" clId="{3365A93F-FC83-4014-AFA9-AA2F152F2463}" dt="2026-02-13T17:21:30.164" v="2750" actId="478"/>
          <ac:graphicFrameMkLst>
            <pc:docMk/>
            <pc:sldMk cId="1933925257" sldId="264"/>
            <ac:graphicFrameMk id="11" creationId="{ACD3783C-26E3-4865-CDDF-CB22CBBA8F81}"/>
          </ac:graphicFrameMkLst>
        </pc:graphicFrameChg>
      </pc:sldChg>
      <pc:sldChg chg="addSp delSp modSp new mod">
        <pc:chgData name="Bhaskar Rajaura" userId="e7cdd9f2e6c3dc8f" providerId="LiveId" clId="{3365A93F-FC83-4014-AFA9-AA2F152F2463}" dt="2026-02-13T17:07:04.635" v="2656" actId="20577"/>
        <pc:sldMkLst>
          <pc:docMk/>
          <pc:sldMk cId="2852703187" sldId="265"/>
        </pc:sldMkLst>
        <pc:spChg chg="add mod">
          <ac:chgData name="Bhaskar Rajaura" userId="e7cdd9f2e6c3dc8f" providerId="LiveId" clId="{3365A93F-FC83-4014-AFA9-AA2F152F2463}" dt="2026-02-05T16:37:56.055" v="807" actId="113"/>
          <ac:spMkLst>
            <pc:docMk/>
            <pc:sldMk cId="2852703187" sldId="265"/>
            <ac:spMk id="3" creationId="{B2BD607C-F561-073A-222B-DE5631AB8A2D}"/>
          </ac:spMkLst>
        </pc:spChg>
        <pc:spChg chg="add del mod">
          <ac:chgData name="Bhaskar Rajaura" userId="e7cdd9f2e6c3dc8f" providerId="LiveId" clId="{3365A93F-FC83-4014-AFA9-AA2F152F2463}" dt="2026-02-13T17:04:35.206" v="2621" actId="478"/>
          <ac:spMkLst>
            <pc:docMk/>
            <pc:sldMk cId="2852703187" sldId="265"/>
            <ac:spMk id="7" creationId="{8737202D-7D48-A6B5-1DB7-3885C143CB93}"/>
          </ac:spMkLst>
        </pc:spChg>
        <pc:spChg chg="add mod">
          <ac:chgData name="Bhaskar Rajaura" userId="e7cdd9f2e6c3dc8f" providerId="LiveId" clId="{3365A93F-FC83-4014-AFA9-AA2F152F2463}" dt="2026-02-13T17:07:04.635" v="2656" actId="20577"/>
          <ac:spMkLst>
            <pc:docMk/>
            <pc:sldMk cId="2852703187" sldId="265"/>
            <ac:spMk id="9" creationId="{FBBED815-F7D8-3A50-EF18-DA814CD77973}"/>
          </ac:spMkLst>
        </pc:spChg>
        <pc:graphicFrameChg chg="add mod modGraphic">
          <ac:chgData name="Bhaskar Rajaura" userId="e7cdd9f2e6c3dc8f" providerId="LiveId" clId="{3365A93F-FC83-4014-AFA9-AA2F152F2463}" dt="2026-02-13T17:04:51.765" v="2627" actId="14100"/>
          <ac:graphicFrameMkLst>
            <pc:docMk/>
            <pc:sldMk cId="2852703187" sldId="265"/>
            <ac:graphicFrameMk id="2" creationId="{C9383DE0-14B8-26CA-6F01-B07C73370B62}"/>
          </ac:graphicFrameMkLst>
        </pc:graphicFrameChg>
        <pc:graphicFrameChg chg="add mod modGraphic">
          <ac:chgData name="Bhaskar Rajaura" userId="e7cdd9f2e6c3dc8f" providerId="LiveId" clId="{3365A93F-FC83-4014-AFA9-AA2F152F2463}" dt="2026-02-05T16:39:07.114" v="821" actId="14100"/>
          <ac:graphicFrameMkLst>
            <pc:docMk/>
            <pc:sldMk cId="2852703187" sldId="265"/>
            <ac:graphicFrameMk id="4" creationId="{711EDF24-A188-F9F9-A35B-5D8A42F4EB71}"/>
          </ac:graphicFrameMkLst>
        </pc:graphicFrameChg>
        <pc:graphicFrameChg chg="add mod modGraphic">
          <ac:chgData name="Bhaskar Rajaura" userId="e7cdd9f2e6c3dc8f" providerId="LiveId" clId="{3365A93F-FC83-4014-AFA9-AA2F152F2463}" dt="2026-02-05T16:39:04.957" v="820" actId="14100"/>
          <ac:graphicFrameMkLst>
            <pc:docMk/>
            <pc:sldMk cId="2852703187" sldId="265"/>
            <ac:graphicFrameMk id="5" creationId="{B37EEDCA-3CD4-3889-E8A1-97081E4C571E}"/>
          </ac:graphicFrameMkLst>
        </pc:graphicFrameChg>
        <pc:graphicFrameChg chg="add del mod modGraphic">
          <ac:chgData name="Bhaskar Rajaura" userId="e7cdd9f2e6c3dc8f" providerId="LiveId" clId="{3365A93F-FC83-4014-AFA9-AA2F152F2463}" dt="2026-02-13T17:00:11.789" v="2620" actId="478"/>
          <ac:graphicFrameMkLst>
            <pc:docMk/>
            <pc:sldMk cId="2852703187" sldId="265"/>
            <ac:graphicFrameMk id="6" creationId="{E4F06825-FB6F-AA65-594E-D4B4EB863BDA}"/>
          </ac:graphicFrameMkLst>
        </pc:graphicFrameChg>
        <pc:graphicFrameChg chg="add mod modGraphic">
          <ac:chgData name="Bhaskar Rajaura" userId="e7cdd9f2e6c3dc8f" providerId="LiveId" clId="{3365A93F-FC83-4014-AFA9-AA2F152F2463}" dt="2026-02-13T17:06:32.476" v="2633" actId="14100"/>
          <ac:graphicFrameMkLst>
            <pc:docMk/>
            <pc:sldMk cId="2852703187" sldId="265"/>
            <ac:graphicFrameMk id="8" creationId="{8E1E6EC2-9D25-798E-4A16-C11EE84FBC22}"/>
          </ac:graphicFrameMkLst>
        </pc:graphicFrameChg>
      </pc:sldChg>
      <pc:sldChg chg="addSp delSp modSp new del mod">
        <pc:chgData name="Bhaskar Rajaura" userId="e7cdd9f2e6c3dc8f" providerId="LiveId" clId="{3365A93F-FC83-4014-AFA9-AA2F152F2463}" dt="2026-02-13T17:25:20.593" v="2856" actId="47"/>
        <pc:sldMkLst>
          <pc:docMk/>
          <pc:sldMk cId="2604944109" sldId="266"/>
        </pc:sldMkLst>
        <pc:spChg chg="add del mod">
          <ac:chgData name="Bhaskar Rajaura" userId="e7cdd9f2e6c3dc8f" providerId="LiveId" clId="{3365A93F-FC83-4014-AFA9-AA2F152F2463}" dt="2026-02-13T17:16:58.869" v="2727" actId="21"/>
          <ac:spMkLst>
            <pc:docMk/>
            <pc:sldMk cId="2604944109" sldId="266"/>
            <ac:spMk id="4" creationId="{82A65CE5-B84A-4F1A-DBCC-2F1125AFD3BC}"/>
          </ac:spMkLst>
        </pc:spChg>
        <pc:spChg chg="add del mod">
          <ac:chgData name="Bhaskar Rajaura" userId="e7cdd9f2e6c3dc8f" providerId="LiveId" clId="{3365A93F-FC83-4014-AFA9-AA2F152F2463}" dt="2026-02-13T17:18:32.753" v="2737"/>
          <ac:spMkLst>
            <pc:docMk/>
            <pc:sldMk cId="2604944109" sldId="266"/>
            <ac:spMk id="12" creationId="{4EAFD860-FF98-EBAE-11B8-D4C3019277A7}"/>
          </ac:spMkLst>
        </pc:spChg>
        <pc:picChg chg="add del mod">
          <ac:chgData name="Bhaskar Rajaura" userId="e7cdd9f2e6c3dc8f" providerId="LiveId" clId="{3365A93F-FC83-4014-AFA9-AA2F152F2463}" dt="2026-02-13T17:16:46.640" v="2723" actId="21"/>
          <ac:picMkLst>
            <pc:docMk/>
            <pc:sldMk cId="2604944109" sldId="266"/>
            <ac:picMk id="6" creationId="{7A04EB7E-4C84-0E1A-1903-06B4DD705C0B}"/>
          </ac:picMkLst>
        </pc:picChg>
      </pc:sldChg>
      <pc:sldChg chg="addSp delSp modSp mod">
        <pc:chgData name="Bhaskar Rajaura" userId="e7cdd9f2e6c3dc8f" providerId="LiveId" clId="{3365A93F-FC83-4014-AFA9-AA2F152F2463}" dt="2026-02-13T16:58:13.860" v="2619" actId="14100"/>
        <pc:sldMkLst>
          <pc:docMk/>
          <pc:sldMk cId="5756995" sldId="267"/>
        </pc:sldMkLst>
        <pc:spChg chg="mod">
          <ac:chgData name="Bhaskar Rajaura" userId="e7cdd9f2e6c3dc8f" providerId="LiveId" clId="{3365A93F-FC83-4014-AFA9-AA2F152F2463}" dt="2026-02-13T16:55:52.178" v="2603" actId="1076"/>
          <ac:spMkLst>
            <pc:docMk/>
            <pc:sldMk cId="5756995" sldId="267"/>
            <ac:spMk id="2" creationId="{FB1FF511-790C-9D2E-CFD7-4F6BA5C382FA}"/>
          </ac:spMkLst>
        </pc:spChg>
        <pc:spChg chg="mod">
          <ac:chgData name="Bhaskar Rajaura" userId="e7cdd9f2e6c3dc8f" providerId="LiveId" clId="{3365A93F-FC83-4014-AFA9-AA2F152F2463}" dt="2026-02-13T16:57:40.791" v="2608" actId="1076"/>
          <ac:spMkLst>
            <pc:docMk/>
            <pc:sldMk cId="5756995" sldId="267"/>
            <ac:spMk id="4" creationId="{EECD4B7F-6523-9CBD-8338-FD606EA739AA}"/>
          </ac:spMkLst>
        </pc:spChg>
        <pc:spChg chg="mod">
          <ac:chgData name="Bhaskar Rajaura" userId="e7cdd9f2e6c3dc8f" providerId="LiveId" clId="{3365A93F-FC83-4014-AFA9-AA2F152F2463}" dt="2026-02-13T16:55:49.780" v="2602" actId="1076"/>
          <ac:spMkLst>
            <pc:docMk/>
            <pc:sldMk cId="5756995" sldId="267"/>
            <ac:spMk id="6" creationId="{A69DA345-5950-2A15-E7AB-8A4487CE0080}"/>
          </ac:spMkLst>
        </pc:spChg>
        <pc:spChg chg="mod">
          <ac:chgData name="Bhaskar Rajaura" userId="e7cdd9f2e6c3dc8f" providerId="LiveId" clId="{3365A93F-FC83-4014-AFA9-AA2F152F2463}" dt="2026-02-13T16:58:06.219" v="2616" actId="1076"/>
          <ac:spMkLst>
            <pc:docMk/>
            <pc:sldMk cId="5756995" sldId="267"/>
            <ac:spMk id="8" creationId="{646FF19A-0316-A1B1-0D7A-1A14A684AF30}"/>
          </ac:spMkLst>
        </pc:spChg>
        <pc:spChg chg="mod">
          <ac:chgData name="Bhaskar Rajaura" userId="e7cdd9f2e6c3dc8f" providerId="LiveId" clId="{3365A93F-FC83-4014-AFA9-AA2F152F2463}" dt="2026-02-13T16:55:57.850" v="2604" actId="1076"/>
          <ac:spMkLst>
            <pc:docMk/>
            <pc:sldMk cId="5756995" sldId="267"/>
            <ac:spMk id="10" creationId="{26245BD1-AB73-5117-FC56-54F9D4DA08F7}"/>
          </ac:spMkLst>
        </pc:spChg>
        <pc:picChg chg="add mod">
          <ac:chgData name="Bhaskar Rajaura" userId="e7cdd9f2e6c3dc8f" providerId="LiveId" clId="{3365A93F-FC83-4014-AFA9-AA2F152F2463}" dt="2026-02-13T16:56:04.289" v="2606" actId="1076"/>
          <ac:picMkLst>
            <pc:docMk/>
            <pc:sldMk cId="5756995" sldId="267"/>
            <ac:picMk id="3" creationId="{DAC5287D-DFD1-ED28-4438-6247D5BBCD0F}"/>
          </ac:picMkLst>
        </pc:picChg>
        <pc:picChg chg="add mod">
          <ac:chgData name="Bhaskar Rajaura" userId="e7cdd9f2e6c3dc8f" providerId="LiveId" clId="{3365A93F-FC83-4014-AFA9-AA2F152F2463}" dt="2026-02-13T16:55:39.799" v="2601" actId="1076"/>
          <ac:picMkLst>
            <pc:docMk/>
            <pc:sldMk cId="5756995" sldId="267"/>
            <ac:picMk id="7" creationId="{41DEE58A-EC9E-E32F-76F7-21296C63856E}"/>
          </ac:picMkLst>
        </pc:picChg>
        <pc:picChg chg="mod">
          <ac:chgData name="Bhaskar Rajaura" userId="e7cdd9f2e6c3dc8f" providerId="LiveId" clId="{3365A93F-FC83-4014-AFA9-AA2F152F2463}" dt="2026-02-13T16:57:43.569" v="2609" actId="1076"/>
          <ac:picMkLst>
            <pc:docMk/>
            <pc:sldMk cId="5756995" sldId="267"/>
            <ac:picMk id="1026" creationId="{D2CD8660-7BC0-E5F2-DF6A-03E9454287C2}"/>
          </ac:picMkLst>
        </pc:picChg>
        <pc:picChg chg="del">
          <ac:chgData name="Bhaskar Rajaura" userId="e7cdd9f2e6c3dc8f" providerId="LiveId" clId="{3365A93F-FC83-4014-AFA9-AA2F152F2463}" dt="2026-02-13T16:54:02.300" v="2591" actId="478"/>
          <ac:picMkLst>
            <pc:docMk/>
            <pc:sldMk cId="5756995" sldId="267"/>
            <ac:picMk id="1028" creationId="{F5022C70-75C2-B36E-6144-66A45EC0C7F1}"/>
          </ac:picMkLst>
        </pc:picChg>
        <pc:picChg chg="mod">
          <ac:chgData name="Bhaskar Rajaura" userId="e7cdd9f2e6c3dc8f" providerId="LiveId" clId="{3365A93F-FC83-4014-AFA9-AA2F152F2463}" dt="2026-02-13T16:58:13.860" v="2619" actId="14100"/>
          <ac:picMkLst>
            <pc:docMk/>
            <pc:sldMk cId="5756995" sldId="267"/>
            <ac:picMk id="1030" creationId="{6A714DB9-AE3D-1580-3D07-FC6A2864332A}"/>
          </ac:picMkLst>
        </pc:picChg>
        <pc:picChg chg="del">
          <ac:chgData name="Bhaskar Rajaura" userId="e7cdd9f2e6c3dc8f" providerId="LiveId" clId="{3365A93F-FC83-4014-AFA9-AA2F152F2463}" dt="2026-02-13T16:47:29.110" v="2574" actId="478"/>
          <ac:picMkLst>
            <pc:docMk/>
            <pc:sldMk cId="5756995" sldId="267"/>
            <ac:picMk id="1034" creationId="{9983124B-1B8E-865E-D73F-620D545C2B8F}"/>
          </ac:picMkLst>
        </pc:picChg>
      </pc:sldChg>
      <pc:sldChg chg="addSp modSp new mod">
        <pc:chgData name="Bhaskar Rajaura" userId="e7cdd9f2e6c3dc8f" providerId="LiveId" clId="{3365A93F-FC83-4014-AFA9-AA2F152F2463}" dt="2026-02-11T19:27:58.079" v="2154" actId="1076"/>
        <pc:sldMkLst>
          <pc:docMk/>
          <pc:sldMk cId="1156672271" sldId="269"/>
        </pc:sldMkLst>
        <pc:spChg chg="add mod">
          <ac:chgData name="Bhaskar Rajaura" userId="e7cdd9f2e6c3dc8f" providerId="LiveId" clId="{3365A93F-FC83-4014-AFA9-AA2F152F2463}" dt="2026-02-11T19:27:58.079" v="2154" actId="1076"/>
          <ac:spMkLst>
            <pc:docMk/>
            <pc:sldMk cId="1156672271" sldId="269"/>
            <ac:spMk id="2" creationId="{A9C37D4D-5BCC-02B4-6067-47876B039D07}"/>
          </ac:spMkLst>
        </pc:spChg>
      </pc:sldChg>
      <pc:sldChg chg="addSp delSp modSp new mod ord">
        <pc:chgData name="Bhaskar Rajaura" userId="e7cdd9f2e6c3dc8f" providerId="LiveId" clId="{3365A93F-FC83-4014-AFA9-AA2F152F2463}" dt="2026-02-11T19:40:52.540" v="2311" actId="207"/>
        <pc:sldMkLst>
          <pc:docMk/>
          <pc:sldMk cId="3134630261" sldId="270"/>
        </pc:sldMkLst>
        <pc:spChg chg="add mod">
          <ac:chgData name="Bhaskar Rajaura" userId="e7cdd9f2e6c3dc8f" providerId="LiveId" clId="{3365A93F-FC83-4014-AFA9-AA2F152F2463}" dt="2026-02-11T19:39:54.171" v="2297" actId="1076"/>
          <ac:spMkLst>
            <pc:docMk/>
            <pc:sldMk cId="3134630261" sldId="270"/>
            <ac:spMk id="5" creationId="{AD87E898-8900-7D10-A039-D736ACD074B0}"/>
          </ac:spMkLst>
        </pc:spChg>
        <pc:spChg chg="add mod">
          <ac:chgData name="Bhaskar Rajaura" userId="e7cdd9f2e6c3dc8f" providerId="LiveId" clId="{3365A93F-FC83-4014-AFA9-AA2F152F2463}" dt="2026-02-11T19:39:38.155" v="2294" actId="1076"/>
          <ac:spMkLst>
            <pc:docMk/>
            <pc:sldMk cId="3134630261" sldId="270"/>
            <ac:spMk id="6" creationId="{1C9D182C-D4D3-5C5A-05A0-59DD76FB15E3}"/>
          </ac:spMkLst>
        </pc:spChg>
        <pc:spChg chg="add mod">
          <ac:chgData name="Bhaskar Rajaura" userId="e7cdd9f2e6c3dc8f" providerId="LiveId" clId="{3365A93F-FC83-4014-AFA9-AA2F152F2463}" dt="2026-02-11T19:40:52.540" v="2311" actId="207"/>
          <ac:spMkLst>
            <pc:docMk/>
            <pc:sldMk cId="3134630261" sldId="270"/>
            <ac:spMk id="7" creationId="{1A31AD10-50F0-DB16-9C3A-19768B76FB01}"/>
          </ac:spMkLst>
        </pc:spChg>
        <pc:picChg chg="add mod">
          <ac:chgData name="Bhaskar Rajaura" userId="e7cdd9f2e6c3dc8f" providerId="LiveId" clId="{3365A93F-FC83-4014-AFA9-AA2F152F2463}" dt="2026-02-11T19:35:36.702" v="2239" actId="29295"/>
          <ac:picMkLst>
            <pc:docMk/>
            <pc:sldMk cId="3134630261" sldId="270"/>
            <ac:picMk id="3" creationId="{317252C8-49A8-2ACB-72B8-070692EFE5EF}"/>
          </ac:picMkLst>
        </pc:picChg>
      </pc:sldChg>
      <pc:sldChg chg="addSp delSp modSp new mod ord">
        <pc:chgData name="Bhaskar Rajaura" userId="e7cdd9f2e6c3dc8f" providerId="LiveId" clId="{3365A93F-FC83-4014-AFA9-AA2F152F2463}" dt="2026-02-13T17:27:31.841" v="3019" actId="113"/>
        <pc:sldMkLst>
          <pc:docMk/>
          <pc:sldMk cId="3911706188" sldId="271"/>
        </pc:sldMkLst>
        <pc:spChg chg="add del mod">
          <ac:chgData name="Bhaskar Rajaura" userId="e7cdd9f2e6c3dc8f" providerId="LiveId" clId="{3365A93F-FC83-4014-AFA9-AA2F152F2463}" dt="2026-02-13T17:20:20.096" v="2746" actId="21"/>
          <ac:spMkLst>
            <pc:docMk/>
            <pc:sldMk cId="3911706188" sldId="271"/>
            <ac:spMk id="4" creationId="{97160977-90F8-2E78-8038-11BE3C0F562A}"/>
          </ac:spMkLst>
        </pc:spChg>
        <pc:spChg chg="add mod">
          <ac:chgData name="Bhaskar Rajaura" userId="e7cdd9f2e6c3dc8f" providerId="LiveId" clId="{3365A93F-FC83-4014-AFA9-AA2F152F2463}" dt="2026-02-13T17:24:12.706" v="2810" actId="1076"/>
          <ac:spMkLst>
            <pc:docMk/>
            <pc:sldMk cId="3911706188" sldId="271"/>
            <ac:spMk id="5" creationId="{82A65CE5-B84A-4F1A-DBCC-2F1125AFD3BC}"/>
          </ac:spMkLst>
        </pc:spChg>
        <pc:spChg chg="add mod">
          <ac:chgData name="Bhaskar Rajaura" userId="e7cdd9f2e6c3dc8f" providerId="LiveId" clId="{3365A93F-FC83-4014-AFA9-AA2F152F2463}" dt="2026-02-13T17:25:04.982" v="2853" actId="20577"/>
          <ac:spMkLst>
            <pc:docMk/>
            <pc:sldMk cId="3911706188" sldId="271"/>
            <ac:spMk id="8" creationId="{02200D31-5A7F-A246-F19E-C8EEFE25A4DC}"/>
          </ac:spMkLst>
        </pc:spChg>
        <pc:spChg chg="add mod">
          <ac:chgData name="Bhaskar Rajaura" userId="e7cdd9f2e6c3dc8f" providerId="LiveId" clId="{3365A93F-FC83-4014-AFA9-AA2F152F2463}" dt="2026-02-13T17:27:31.841" v="3019" actId="113"/>
          <ac:spMkLst>
            <pc:docMk/>
            <pc:sldMk cId="3911706188" sldId="271"/>
            <ac:spMk id="9" creationId="{62C7E116-C676-CC35-0627-AB11B2DFC0B2}"/>
          </ac:spMkLst>
        </pc:spChg>
        <pc:graphicFrameChg chg="add del mod modGraphic">
          <ac:chgData name="Bhaskar Rajaura" userId="e7cdd9f2e6c3dc8f" providerId="LiveId" clId="{3365A93F-FC83-4014-AFA9-AA2F152F2463}" dt="2026-02-13T17:21:37.497" v="2751" actId="21"/>
          <ac:graphicFrameMkLst>
            <pc:docMk/>
            <pc:sldMk cId="3911706188" sldId="271"/>
            <ac:graphicFrameMk id="2" creationId="{69237320-BA2F-5F20-A493-8E498D17ADEF}"/>
          </ac:graphicFrameMkLst>
        </pc:graphicFrameChg>
        <pc:graphicFrameChg chg="add del mod modGraphic">
          <ac:chgData name="Bhaskar Rajaura" userId="e7cdd9f2e6c3dc8f" providerId="LiveId" clId="{3365A93F-FC83-4014-AFA9-AA2F152F2463}" dt="2026-02-13T17:22:09.253" v="2757" actId="21"/>
          <ac:graphicFrameMkLst>
            <pc:docMk/>
            <pc:sldMk cId="3911706188" sldId="271"/>
            <ac:graphicFrameMk id="3" creationId="{4CDD5F88-911A-D5D6-75BC-2751B43BB057}"/>
          </ac:graphicFrameMkLst>
        </pc:graphicFrameChg>
        <pc:picChg chg="add del mod">
          <ac:chgData name="Bhaskar Rajaura" userId="e7cdd9f2e6c3dc8f" providerId="LiveId" clId="{3365A93F-FC83-4014-AFA9-AA2F152F2463}" dt="2026-02-13T17:27:24.469" v="3017" actId="478"/>
          <ac:picMkLst>
            <pc:docMk/>
            <pc:sldMk cId="3911706188" sldId="271"/>
            <ac:picMk id="6" creationId="{7A04EB7E-4C84-0E1A-1903-06B4DD705C0B}"/>
          </ac:picMkLst>
        </pc:picChg>
      </pc:sldChg>
      <pc:sldChg chg="addSp modSp new mod">
        <pc:chgData name="Bhaskar Rajaura" userId="e7cdd9f2e6c3dc8f" providerId="LiveId" clId="{3365A93F-FC83-4014-AFA9-AA2F152F2463}" dt="2026-02-13T17:31:21.093" v="3025" actId="14100"/>
        <pc:sldMkLst>
          <pc:docMk/>
          <pc:sldMk cId="3834372376" sldId="272"/>
        </pc:sldMkLst>
        <pc:spChg chg="add mod">
          <ac:chgData name="Bhaskar Rajaura" userId="e7cdd9f2e6c3dc8f" providerId="LiveId" clId="{3365A93F-FC83-4014-AFA9-AA2F152F2463}" dt="2026-02-13T17:25:31.136" v="2858" actId="1076"/>
          <ac:spMkLst>
            <pc:docMk/>
            <pc:sldMk cId="3834372376" sldId="272"/>
            <ac:spMk id="3" creationId="{2556DD84-A608-5223-4D47-2EC9D17E3549}"/>
          </ac:spMkLst>
        </pc:spChg>
        <pc:graphicFrameChg chg="add mod modGraphic">
          <ac:chgData name="Bhaskar Rajaura" userId="e7cdd9f2e6c3dc8f" providerId="LiveId" clId="{3365A93F-FC83-4014-AFA9-AA2F152F2463}" dt="2026-02-13T17:31:07.019" v="3022"/>
          <ac:graphicFrameMkLst>
            <pc:docMk/>
            <pc:sldMk cId="3834372376" sldId="272"/>
            <ac:graphicFrameMk id="2" creationId="{CDB4B3B1-A626-100A-8EE2-7E969ED5A107}"/>
          </ac:graphicFrameMkLst>
        </pc:graphicFrameChg>
        <pc:picChg chg="add mod">
          <ac:chgData name="Bhaskar Rajaura" userId="e7cdd9f2e6c3dc8f" providerId="LiveId" clId="{3365A93F-FC83-4014-AFA9-AA2F152F2463}" dt="2026-02-13T17:31:21.093" v="3025" actId="14100"/>
          <ac:picMkLst>
            <pc:docMk/>
            <pc:sldMk cId="3834372376" sldId="272"/>
            <ac:picMk id="5" creationId="{D509C894-3786-41FC-0B60-49B15A046D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4713-B675-DD8F-CBCE-1199C9D82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A8FA-9F86-1225-529A-F1AEE3625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15A1-1BAC-C2C3-EEDE-ED252427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49DE6-EDF9-8D54-7F8A-6629E649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656F6-C27D-8C07-AFFD-E8EB3BD9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9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7DE9-79B6-8D7A-A611-8D296898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7398-E1C5-74AC-9CE1-90B5F282C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720F-8CE4-0707-105C-CE5A8A01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1BB43-0F37-08B5-4F18-14B29C16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63EBE-6768-F317-8AA9-95ECFD74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7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5ADE-7C4D-6933-B474-484959DE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D03DA-FA6B-6D50-67FA-07856AC2E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722AA-C016-2850-A5AE-8131AAE6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238C-90AB-5C62-9C02-68E031FF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B1B6B-34A0-B8AC-1126-8A3131DF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47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ACFD-584E-6F8A-9699-89FB1B8D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5F55-F3AE-6B3F-577C-E183B4D64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25F15-66F5-7AB4-7A71-101EDAF5D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C979C-783A-BACB-28BE-A8D9C0AF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A0F34-EB5B-F099-C7AF-200DB112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6717A-4F0F-7808-0D6F-933B9214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8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7150-7347-738D-9643-91CCB759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4238C-2C97-823F-C20C-FB933F0C7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57BF5-D4FE-A063-090B-89CD9CBC1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2A7B0-EAFC-17A7-2A14-E20EC2FEC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C5F31-47BA-0816-CAE6-DB4B1C8B7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E27C8-C42E-86D1-9CA4-8682E578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9E600-DECF-DD09-D653-3ABDE369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71979-1D50-8A02-BE83-3BB88AD0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2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F1CC-87BC-7E82-332E-730C6227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FC3638-169E-76C8-9DA0-C8739739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2B894-9CB9-078C-66A6-46526519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C3D47-3F26-2A79-6F88-BA8034C5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70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B6DD5-A0D7-8B59-6F03-74B7A56C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DF191-145E-7036-E2A2-ECFBE9BD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E7F98-C570-DA6C-58F9-04D198A7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2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1960-A0B1-968A-1A4F-CEFB3A0E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89196-1857-217D-E43D-DD8F38194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50ED6-1F2B-F5A5-1ACD-69C3F2E1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76ABC-0342-2F2C-712E-9BC02177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E1EED-10DF-4DFF-A3A0-232D7340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FF686-7335-A739-A471-48F3E6BC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39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A8DE5-146B-ADBE-3B7B-7AEA879E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5324C-1B03-3A07-4151-0ACB37305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CD70D-9044-BED4-73D8-3AF52C38E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3914D-0E57-D291-73BA-93D53B78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93C93-44C3-4FBC-6DB9-41CD4BBE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5C904-3654-BE91-1C60-17453E9A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5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AE74-48EE-9440-4C73-E87A15E7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22D43-0060-38B4-E3CD-B2F32D85E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C9EE2-53EC-41D8-7227-A6770538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68D3-A527-8B31-D2EC-31CCF975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9AA9-DEC5-C9EE-35A4-8DBCE016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14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2DBD7-8047-6D50-9562-1B68B175F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18B3A-5682-E093-DA00-0ECF7710A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9734C-F8CE-6997-585E-9BCB31E9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ADB0D-867D-65FB-8752-33F40E5D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2B2F-4877-F9FF-1789-EB7A3E70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9DEC5-7B27-2E10-FB16-0DCF67D1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25B56-6F5C-0F9F-88D4-C8B5DD51D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7E475-D9EA-1621-3F15-FC6FB5A9D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82856-8BA8-4697-88A6-27CD095963C0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E350-8BC5-016F-4ED5-0F0E37055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71D1D-B734-7C93-CEC6-C53AAF478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43AEC-EE3C-43E7-B06A-19B71A2DF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3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nother_Airplane!_(4676723312).jp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252C8-49A8-2ACB-72B8-070692EFE5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050"/>
            <a:ext cx="12192000" cy="6855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7E898-8900-7D10-A039-D736ACD074B0}"/>
              </a:ext>
            </a:extLst>
          </p:cNvPr>
          <p:cNvSpPr txBox="1"/>
          <p:nvPr/>
        </p:nvSpPr>
        <p:spPr>
          <a:xfrm>
            <a:off x="592891" y="2398608"/>
            <a:ext cx="1100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008000"/>
                </a:highlight>
              </a:rPr>
              <a:t>AHP Based Ranking of Evaluation Criteria for Design</a:t>
            </a:r>
            <a:endParaRPr lang="en-IN" sz="3600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D182C-D4D3-5C5A-05A0-59DD76FB15E3}"/>
              </a:ext>
            </a:extLst>
          </p:cNvPr>
          <p:cNvSpPr txBox="1"/>
          <p:nvPr/>
        </p:nvSpPr>
        <p:spPr>
          <a:xfrm>
            <a:off x="4179721" y="4579050"/>
            <a:ext cx="5249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highlight>
                  <a:srgbClr val="00FF00"/>
                </a:highlight>
              </a:rPr>
              <a:t>Roll no : </a:t>
            </a:r>
            <a:r>
              <a:rPr lang="en-IN" sz="3600" b="1" dirty="0" err="1">
                <a:highlight>
                  <a:srgbClr val="00FF00"/>
                </a:highlight>
              </a:rPr>
              <a:t>xxxxxxxxx</a:t>
            </a:r>
            <a:endParaRPr lang="en-IN" sz="3600" b="1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1AD10-50F0-DB16-9C3A-19768B76FB01}"/>
              </a:ext>
            </a:extLst>
          </p:cNvPr>
          <p:cNvSpPr txBox="1"/>
          <p:nvPr/>
        </p:nvSpPr>
        <p:spPr>
          <a:xfrm>
            <a:off x="5437239" y="218166"/>
            <a:ext cx="1822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2"/>
                </a:solidFill>
                <a:highlight>
                  <a:srgbClr val="800080"/>
                </a:highlight>
              </a:rPr>
              <a:t>AE - 630</a:t>
            </a:r>
          </a:p>
        </p:txBody>
      </p:sp>
    </p:spTree>
    <p:extLst>
      <p:ext uri="{BB962C8B-B14F-4D97-AF65-F5344CB8AC3E}">
        <p14:creationId xmlns:p14="http://schemas.microsoft.com/office/powerpoint/2010/main" val="313463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D087CB-1FCE-0B8F-D1F7-EC352BE5E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541033"/>
              </p:ext>
            </p:extLst>
          </p:nvPr>
        </p:nvGraphicFramePr>
        <p:xfrm>
          <a:off x="1320468" y="486483"/>
          <a:ext cx="9295425" cy="6312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9085">
                  <a:extLst>
                    <a:ext uri="{9D8B030D-6E8A-4147-A177-3AD203B41FA5}">
                      <a16:colId xmlns:a16="http://schemas.microsoft.com/office/drawing/2014/main" val="491331803"/>
                    </a:ext>
                  </a:extLst>
                </a:gridCol>
                <a:gridCol w="1859085">
                  <a:extLst>
                    <a:ext uri="{9D8B030D-6E8A-4147-A177-3AD203B41FA5}">
                      <a16:colId xmlns:a16="http://schemas.microsoft.com/office/drawing/2014/main" val="1695676400"/>
                    </a:ext>
                  </a:extLst>
                </a:gridCol>
                <a:gridCol w="1859085">
                  <a:extLst>
                    <a:ext uri="{9D8B030D-6E8A-4147-A177-3AD203B41FA5}">
                      <a16:colId xmlns:a16="http://schemas.microsoft.com/office/drawing/2014/main" val="3576175287"/>
                    </a:ext>
                  </a:extLst>
                </a:gridCol>
                <a:gridCol w="1859085">
                  <a:extLst>
                    <a:ext uri="{9D8B030D-6E8A-4147-A177-3AD203B41FA5}">
                      <a16:colId xmlns:a16="http://schemas.microsoft.com/office/drawing/2014/main" val="564839691"/>
                    </a:ext>
                  </a:extLst>
                </a:gridCol>
                <a:gridCol w="1859085">
                  <a:extLst>
                    <a:ext uri="{9D8B030D-6E8A-4147-A177-3AD203B41FA5}">
                      <a16:colId xmlns:a16="http://schemas.microsoft.com/office/drawing/2014/main" val="632969961"/>
                    </a:ext>
                  </a:extLst>
                </a:gridCol>
              </a:tblGrid>
              <a:tr h="2115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Criterion ID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Criterion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Assigned Weight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RFP Justification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210074850"/>
                  </a:ext>
                </a:extLst>
              </a:tr>
              <a:tr h="6712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Cruise Efficiency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 km outbound + return within time constraint (Sec 2.3)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3692696304"/>
                  </a:ext>
                </a:extLst>
              </a:tr>
              <a:tr h="6712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Payload Fraction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kg / 50 kg payload under fixed 160 kg GTOW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1081856944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Ease of Transition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swap &lt;10 min by 2 people (Sec 2.2.1)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1116460126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Gust Tolerance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Safety/Performance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15/8/3/5 m/s wind limits (Table 1)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3802913046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 Travel Limit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Add-on swaps up to 15% GTOW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3324508478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 Cycle Cost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Affordability explicitly required (Sec 1.5.2)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2503092350"/>
                  </a:ext>
                </a:extLst>
              </a:tr>
              <a:tr h="6712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Compactness &amp; Launch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6×6 m footprint + 4 UAV storage in 4×12×6 m hangar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3337163866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Hover Efficiency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VTOL climb/descent + shipboard hover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2483223560"/>
                  </a:ext>
                </a:extLst>
              </a:tr>
              <a:tr h="8104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Modularity for Storage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Rapid mission configuration (&lt;10 min) nut secondary to footprint feasibility</a:t>
                      </a: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4279727212"/>
                  </a:ext>
                </a:extLst>
              </a:tr>
              <a:tr h="603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Maintainability</a:t>
                      </a: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Sustainable</a:t>
                      </a: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All configuration assumed feasible at conceptual design level</a:t>
                      </a: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2953706832"/>
                  </a:ext>
                </a:extLst>
              </a:tr>
              <a:tr h="441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Technological Maturity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Concept-level study; TRL discussion only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22" marR="60622" marT="0" marB="0"/>
                </a:tc>
                <a:extLst>
                  <a:ext uri="{0D108BD9-81ED-4DB2-BD59-A6C34878D82A}">
                    <a16:rowId xmlns:a16="http://schemas.microsoft.com/office/drawing/2014/main" val="225249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20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3DEB6-15BE-F95D-34F6-A1C6CC0DF83E}"/>
              </a:ext>
            </a:extLst>
          </p:cNvPr>
          <p:cNvSpPr txBox="1"/>
          <p:nvPr/>
        </p:nvSpPr>
        <p:spPr>
          <a:xfrm>
            <a:off x="4848703" y="76281"/>
            <a:ext cx="2494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Prioritization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BD6FD2-732A-4B99-9E56-44BEBCC86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399724"/>
              </p:ext>
            </p:extLst>
          </p:nvPr>
        </p:nvGraphicFramePr>
        <p:xfrm>
          <a:off x="294966" y="476391"/>
          <a:ext cx="11602067" cy="61655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8752">
                  <a:extLst>
                    <a:ext uri="{9D8B030D-6E8A-4147-A177-3AD203B41FA5}">
                      <a16:colId xmlns:a16="http://schemas.microsoft.com/office/drawing/2014/main" val="1209309009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1603537964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2903708574"/>
                    </a:ext>
                  </a:extLst>
                </a:gridCol>
                <a:gridCol w="944545">
                  <a:extLst>
                    <a:ext uri="{9D8B030D-6E8A-4147-A177-3AD203B41FA5}">
                      <a16:colId xmlns:a16="http://schemas.microsoft.com/office/drawing/2014/main" val="4109513957"/>
                    </a:ext>
                  </a:extLst>
                </a:gridCol>
                <a:gridCol w="1014883">
                  <a:extLst>
                    <a:ext uri="{9D8B030D-6E8A-4147-A177-3AD203B41FA5}">
                      <a16:colId xmlns:a16="http://schemas.microsoft.com/office/drawing/2014/main" val="325721392"/>
                    </a:ext>
                  </a:extLst>
                </a:gridCol>
                <a:gridCol w="854110">
                  <a:extLst>
                    <a:ext uri="{9D8B030D-6E8A-4147-A177-3AD203B41FA5}">
                      <a16:colId xmlns:a16="http://schemas.microsoft.com/office/drawing/2014/main" val="3170677691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4229853987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2592738187"/>
                    </a:ext>
                  </a:extLst>
                </a:gridCol>
                <a:gridCol w="813917">
                  <a:extLst>
                    <a:ext uri="{9D8B030D-6E8A-4147-A177-3AD203B41FA5}">
                      <a16:colId xmlns:a16="http://schemas.microsoft.com/office/drawing/2014/main" val="428447941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3227866480"/>
                    </a:ext>
                  </a:extLst>
                </a:gridCol>
                <a:gridCol w="803869">
                  <a:extLst>
                    <a:ext uri="{9D8B030D-6E8A-4147-A177-3AD203B41FA5}">
                      <a16:colId xmlns:a16="http://schemas.microsoft.com/office/drawing/2014/main" val="2330500407"/>
                    </a:ext>
                  </a:extLst>
                </a:gridCol>
                <a:gridCol w="872264">
                  <a:extLst>
                    <a:ext uri="{9D8B030D-6E8A-4147-A177-3AD203B41FA5}">
                      <a16:colId xmlns:a16="http://schemas.microsoft.com/office/drawing/2014/main" val="1125646728"/>
                    </a:ext>
                  </a:extLst>
                </a:gridCol>
              </a:tblGrid>
              <a:tr h="4488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C7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C8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C10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859361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 (Cruise Efficiency)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6922217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 (Payload Fraction)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9982829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 (Ease of Transition)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6764428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 (Gust tolerance)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6793041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 (CG Travel limit)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3614488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 (Lifecycle Cost)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5640019"/>
                  </a:ext>
                </a:extLst>
              </a:tr>
              <a:tr h="4970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C7 (Compactness &amp; Launch)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4057405"/>
                  </a:ext>
                </a:extLst>
              </a:tr>
              <a:tr h="44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C8 (Hover Efficiency)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694611"/>
                  </a:ext>
                </a:extLst>
              </a:tr>
              <a:tr h="4970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C9 (Modularity for Storage)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79224"/>
                  </a:ext>
                </a:extLst>
              </a:tr>
              <a:tr h="4970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C10 (</a:t>
                      </a:r>
                      <a:r>
                        <a:rPr lang="en-IN" sz="1400" b="1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Maintainabilty</a:t>
                      </a: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99781"/>
                  </a:ext>
                </a:extLst>
              </a:tr>
              <a:tr h="6740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C11 (Technological Maturity)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6006167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4.311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4.311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4.311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13.476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13.476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13.476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26.733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26.733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43.666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IN" sz="1400" b="1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I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4387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5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56C88A-AD0B-39B0-F958-F5345F8F75C9}"/>
              </a:ext>
            </a:extLst>
          </p:cNvPr>
          <p:cNvSpPr txBox="1"/>
          <p:nvPr/>
        </p:nvSpPr>
        <p:spPr>
          <a:xfrm>
            <a:off x="4748980" y="215747"/>
            <a:ext cx="2103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Normalized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2DEE9B-A7BD-DFF3-FDF1-1F0471491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18203"/>
              </p:ext>
            </p:extLst>
          </p:nvPr>
        </p:nvGraphicFramePr>
        <p:xfrm>
          <a:off x="838202" y="727586"/>
          <a:ext cx="10515596" cy="5506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83641696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47919354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36910802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3484206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44222800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0834235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76921513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02540408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682390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3659686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71236092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59862279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37198631"/>
                    </a:ext>
                  </a:extLst>
                </a:gridCol>
              </a:tblGrid>
              <a:tr h="8780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kern="100">
                        <a:effectLst/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C6</a:t>
                      </a:r>
                      <a:endParaRPr lang="en-IN" sz="1400" b="1" kern="100" dirty="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C8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C9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Priority Vector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0806413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0.160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0.196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0787196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0.160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0.196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1106394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0.232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0.223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0.187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0.160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0.130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0.196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541205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 dirty="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0.090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181062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0.090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1403742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0.101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0.090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4467746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0.069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350149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C8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0.069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0.072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608576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C9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0.033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0.012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0.043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60265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C10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0.008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0.015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7717326"/>
                  </a:ext>
                </a:extLst>
              </a:tr>
              <a:tr h="420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0.026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0.011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0.007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0.008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0.014</a:t>
                      </a:r>
                      <a:endParaRPr lang="en-IN" sz="1400" b="1" kern="10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0.015</a:t>
                      </a:r>
                      <a:endParaRPr lang="en-IN" sz="1400" b="1" kern="100" dirty="0">
                        <a:effectLst/>
                        <a:latin typeface="Times" panose="02020603050405020304" pitchFamily="18" charset="0"/>
                        <a:ea typeface="Aptos" panose="020B0004020202020204" pitchFamily="34" charset="0"/>
                        <a:cs typeface="Times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000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88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C37D4D-5BCC-02B4-6067-47876B039D07}"/>
              </a:ext>
            </a:extLst>
          </p:cNvPr>
          <p:cNvSpPr txBox="1"/>
          <p:nvPr/>
        </p:nvSpPr>
        <p:spPr>
          <a:xfrm>
            <a:off x="452284" y="227787"/>
            <a:ext cx="11061290" cy="6630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 now have </a:t>
            </a: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 = 11 criteria</a:t>
            </a: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so we compute consistency for your 11×11 matrix.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Consistency Calculations (AHP)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Step 1: Data Used (from matrices)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Column Sums: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4.311, 4.311, 4.311, 13.476, 13.476, 13.476, 26.733, 26.733, 43.666, 69, 69</a:t>
            </a:r>
            <a:b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Step 2: Approximation of Largest Eigenvalue (</a:t>
            </a:r>
            <a:r>
              <a:rPr lang="en-IN" sz="1200" b="1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λmax</a:t>
            </a: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λmax</a:t>
            </a: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≈ (4.311 × 0.196) + (4.311 × 0.196) + (4.311 × 0.196) + (13.476 × 0.090) + (13.476 × 0.090) + (13.476 × 0.090) + (26.733 × 0.045) + (26.733 × 0.045) + (43.666 × 0.025) + (69 × 0.015) + (69 × 0.015)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Now calculating: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 0.845 + 0.845 + 0.845 =&gt; </a:t>
            </a:r>
            <a:r>
              <a:rPr lang="en-IN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λmax</a:t>
            </a:r>
            <a:r>
              <a:rPr lang="en-IN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≈ </a:t>
            </a:r>
            <a:r>
              <a:rPr lang="en-IN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11.74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1400" b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Step 3: Consistency Index (CI)                                       Step 4: Consistency Ratio (CR)</a:t>
            </a: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 = (</a:t>
            </a:r>
            <a:r>
              <a:rPr lang="en-IN" sz="12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λmax</a:t>
            </a: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− n) / (n − 1)                                                   Random Index (RI) for n = 11: R.I =1.51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 = (11.74 − 11) / 10                                                        CR = CI / RI</a:t>
            </a:r>
            <a:b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 = 0.74 / 10                                                                     CR = 0.074 / 1.51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 = 0.074                                                                          CR = 0.049</a:t>
            </a: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IN" sz="1200" b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Result</a:t>
            </a: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Consistency Ratio (CR) = </a:t>
            </a: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0.049</a:t>
            </a:r>
            <a:endParaRPr lang="en-IN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Since CR &lt; 0.10, the matrix is </a:t>
            </a:r>
            <a:r>
              <a:rPr lang="en-IN" sz="1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consistent and acceptable</a:t>
            </a:r>
            <a:endParaRPr lang="en-IN" sz="1400" b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7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589FE-31D1-0306-E574-0AE411808C41}"/>
              </a:ext>
            </a:extLst>
          </p:cNvPr>
          <p:cNvSpPr txBox="1"/>
          <p:nvPr/>
        </p:nvSpPr>
        <p:spPr>
          <a:xfrm>
            <a:off x="4532671" y="412955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Configurations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2B7BB2-0BF4-43CD-18FB-794AFF651371}"/>
              </a:ext>
            </a:extLst>
          </p:cNvPr>
          <p:cNvSpPr txBox="1"/>
          <p:nvPr/>
        </p:nvSpPr>
        <p:spPr>
          <a:xfrm>
            <a:off x="353961" y="1071716"/>
            <a:ext cx="6813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First make a list of possible configurations 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(Co-axial + pusher)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Quadplane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/ Hybrid VTOL)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Rotor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wing</a:t>
            </a:r>
            <a:r>
              <a:rPr lang="en-IN" dirty="0"/>
              <a:t> </a:t>
            </a:r>
          </a:p>
        </p:txBody>
      </p:sp>
      <p:pic>
        <p:nvPicPr>
          <p:cNvPr id="4098" name="Picture 2" descr="Sikorsky S-97 Raider - Wikipedia">
            <a:extLst>
              <a:ext uri="{FF2B5EF4-FFF2-40B4-BE49-F238E27FC236}">
                <a16:creationId xmlns:a16="http://schemas.microsoft.com/office/drawing/2014/main" id="{2B20EF8A-2467-796B-8ABE-4C8B64995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839" y="983995"/>
            <a:ext cx="3886200" cy="184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3EFC0C-87DC-FC0A-4B5D-679D93F4423E}"/>
              </a:ext>
            </a:extLst>
          </p:cNvPr>
          <p:cNvSpPr txBox="1"/>
          <p:nvPr/>
        </p:nvSpPr>
        <p:spPr>
          <a:xfrm>
            <a:off x="7423355" y="24903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Sikorsky S-97 Raider (Compound Helicopter)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2216D-33C6-B691-98CA-BC28316BDD72}"/>
              </a:ext>
            </a:extLst>
          </p:cNvPr>
          <p:cNvSpPr txBox="1"/>
          <p:nvPr/>
        </p:nvSpPr>
        <p:spPr>
          <a:xfrm>
            <a:off x="8320549" y="2826042"/>
            <a:ext cx="31487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Coaxial main rotors + pusher propeller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cruise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gust rejection capability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A8E06B5-0513-6CD8-6CA1-CE4B070F4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" y="3115471"/>
            <a:ext cx="2103796" cy="193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669D27-7E1B-AB1E-5C01-FA7370ECAD33}"/>
              </a:ext>
            </a:extLst>
          </p:cNvPr>
          <p:cNvSpPr txBox="1"/>
          <p:nvPr/>
        </p:nvSpPr>
        <p:spPr>
          <a:xfrm>
            <a:off x="353960" y="4695895"/>
            <a:ext cx="2338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WingtraOne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GEN II (Lift + Cruise VTOL)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BC2A1B-0E68-59C6-3A69-40DD9DE168C9}"/>
              </a:ext>
            </a:extLst>
          </p:cNvPr>
          <p:cNvSpPr txBox="1"/>
          <p:nvPr/>
        </p:nvSpPr>
        <p:spPr>
          <a:xfrm>
            <a:off x="353961" y="5416952"/>
            <a:ext cx="31487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or more dedicated lift rotors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fixed wing for cruise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propulsion for hover and forward flight</a:t>
            </a:r>
          </a:p>
        </p:txBody>
      </p:sp>
      <p:pic>
        <p:nvPicPr>
          <p:cNvPr id="4104" name="Picture 8" descr="Bell MV-75 - Wikipedia">
            <a:extLst>
              <a:ext uri="{FF2B5EF4-FFF2-40B4-BE49-F238E27FC236}">
                <a16:creationId xmlns:a16="http://schemas.microsoft.com/office/drawing/2014/main" id="{9270658F-B44B-862D-712C-B27E6F2C7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740" y="3115470"/>
            <a:ext cx="3664975" cy="2154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D0B3BE-522C-7CBD-6446-EF14D6ADC2FD}"/>
              </a:ext>
            </a:extLst>
          </p:cNvPr>
          <p:cNvSpPr txBox="1"/>
          <p:nvPr/>
        </p:nvSpPr>
        <p:spPr>
          <a:xfrm>
            <a:off x="3955118" y="4974189"/>
            <a:ext cx="3018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Bell V-280 Valor (Tilt Rotor)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25EDF1-D5BF-C803-60FA-70DCB638EEC7}"/>
              </a:ext>
            </a:extLst>
          </p:cNvPr>
          <p:cNvSpPr txBox="1"/>
          <p:nvPr/>
        </p:nvSpPr>
        <p:spPr>
          <a:xfrm>
            <a:off x="3955119" y="5520047"/>
            <a:ext cx="29423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Tilting nacelles for transition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cruise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military tiltrotor architecture</a:t>
            </a:r>
          </a:p>
        </p:txBody>
      </p:sp>
      <p:pic>
        <p:nvPicPr>
          <p:cNvPr id="4106" name="Picture 10" descr="Tilt wing unmanned aircraft">
            <a:extLst>
              <a:ext uri="{FF2B5EF4-FFF2-40B4-BE49-F238E27FC236}">
                <a16:creationId xmlns:a16="http://schemas.microsoft.com/office/drawing/2014/main" id="{1FEC2FE9-27F4-EB28-5FD5-B291CA962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355" y="3564706"/>
            <a:ext cx="4486275" cy="170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1D0FBD-25AA-F845-A24D-A6F4F8B25557}"/>
              </a:ext>
            </a:extLst>
          </p:cNvPr>
          <p:cNvSpPr txBox="1"/>
          <p:nvPr/>
        </p:nvSpPr>
        <p:spPr>
          <a:xfrm>
            <a:off x="9205722" y="5085423"/>
            <a:ext cx="1194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Tilt Wing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92FD65-5CF6-70A1-5A45-EA5776A24481}"/>
              </a:ext>
            </a:extLst>
          </p:cNvPr>
          <p:cNvSpPr txBox="1"/>
          <p:nvPr/>
        </p:nvSpPr>
        <p:spPr>
          <a:xfrm>
            <a:off x="8317563" y="5454755"/>
            <a:ext cx="4157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wing tilts for transition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wing lifting surface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hover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Aerodynamic coupling during transition</a:t>
            </a:r>
          </a:p>
        </p:txBody>
      </p:sp>
    </p:spTree>
    <p:extLst>
      <p:ext uri="{BB962C8B-B14F-4D97-AF65-F5344CB8AC3E}">
        <p14:creationId xmlns:p14="http://schemas.microsoft.com/office/powerpoint/2010/main" val="3248933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1FF511-790C-9D2E-CFD7-4F6BA5C382FA}"/>
              </a:ext>
            </a:extLst>
          </p:cNvPr>
          <p:cNvSpPr txBox="1"/>
          <p:nvPr/>
        </p:nvSpPr>
        <p:spPr>
          <a:xfrm>
            <a:off x="4545493" y="268332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Configurations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D4B7F-6523-9CBD-8338-FD606EA739AA}"/>
              </a:ext>
            </a:extLst>
          </p:cNvPr>
          <p:cNvSpPr txBox="1"/>
          <p:nvPr/>
        </p:nvSpPr>
        <p:spPr>
          <a:xfrm>
            <a:off x="1071608" y="752740"/>
            <a:ext cx="3283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Tandem Tilt-Rotor (UAV Scale)</a:t>
            </a:r>
          </a:p>
        </p:txBody>
      </p:sp>
      <p:pic>
        <p:nvPicPr>
          <p:cNvPr id="1026" name="Picture 2" descr="Technoplane Mini-Bee TR2 (concept design)">
            <a:extLst>
              <a:ext uri="{FF2B5EF4-FFF2-40B4-BE49-F238E27FC236}">
                <a16:creationId xmlns:a16="http://schemas.microsoft.com/office/drawing/2014/main" id="{D2CD8660-7BC0-E5F2-DF6A-03E945428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77" y="1122072"/>
            <a:ext cx="4397836" cy="220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DA345-5950-2A15-E7AB-8A4487CE0080}"/>
              </a:ext>
            </a:extLst>
          </p:cNvPr>
          <p:cNvSpPr txBox="1"/>
          <p:nvPr/>
        </p:nvSpPr>
        <p:spPr>
          <a:xfrm>
            <a:off x="6552585" y="742245"/>
            <a:ext cx="4880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Multirotor Heavy-Lift UAV (Octocopter Class)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FF19A-0316-A1B1-0D7A-1A14A684AF30}"/>
              </a:ext>
            </a:extLst>
          </p:cNvPr>
          <p:cNvSpPr txBox="1"/>
          <p:nvPr/>
        </p:nvSpPr>
        <p:spPr>
          <a:xfrm>
            <a:off x="607168" y="3368938"/>
            <a:ext cx="5336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Distributed Lift + Cruise VTOL (High-Rotor-Count 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Quadplane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30" name="Picture 6" descr="NASA Lift+Cruise (concept design)">
            <a:extLst>
              <a:ext uri="{FF2B5EF4-FFF2-40B4-BE49-F238E27FC236}">
                <a16:creationId xmlns:a16="http://schemas.microsoft.com/office/drawing/2014/main" id="{6A714DB9-AE3D-1580-3D07-FC6A28643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88" y="4059708"/>
            <a:ext cx="4624479" cy="279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245BD1-AB73-5117-FC56-54F9D4DA08F7}"/>
              </a:ext>
            </a:extLst>
          </p:cNvPr>
          <p:cNvSpPr txBox="1"/>
          <p:nvPr/>
        </p:nvSpPr>
        <p:spPr>
          <a:xfrm>
            <a:off x="6450806" y="40152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Ducted Fan VTOL (Lift + Cruise with Ducted Fans)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AutoShape 8" descr="PteroDynamics' Clever Folding-Wing Drone Could Be The Cargo Hauler The Navy  Needs">
            <a:extLst>
              <a:ext uri="{FF2B5EF4-FFF2-40B4-BE49-F238E27FC236}">
                <a16:creationId xmlns:a16="http://schemas.microsoft.com/office/drawing/2014/main" id="{8E1A6450-6B79-02BA-F847-A9B22D0FCA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 descr="XTI TRIFAN 600 VTOL - Leaders in ...">
            <a:extLst>
              <a:ext uri="{FF2B5EF4-FFF2-40B4-BE49-F238E27FC236}">
                <a16:creationId xmlns:a16="http://schemas.microsoft.com/office/drawing/2014/main" id="{DAC5287D-DFD1-ED28-4438-6247D5BBC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464" y="4384601"/>
            <a:ext cx="4624479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EE58A-EC9E-E32F-76F7-21296C638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243" y="1117398"/>
            <a:ext cx="4165042" cy="275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783F6A-A981-A6BD-332B-1AB6FFC03D71}"/>
              </a:ext>
            </a:extLst>
          </p:cNvPr>
          <p:cNvSpPr txBox="1"/>
          <p:nvPr/>
        </p:nvSpPr>
        <p:spPr>
          <a:xfrm>
            <a:off x="540774" y="208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Gust Tolerance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53286-A5C6-D0BD-446A-01378A91C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748578"/>
              </p:ext>
            </p:extLst>
          </p:nvPr>
        </p:nvGraphicFramePr>
        <p:xfrm>
          <a:off x="540774" y="703953"/>
          <a:ext cx="4294240" cy="1944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8848">
                  <a:extLst>
                    <a:ext uri="{9D8B030D-6E8A-4147-A177-3AD203B41FA5}">
                      <a16:colId xmlns:a16="http://schemas.microsoft.com/office/drawing/2014/main" val="1313461676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2869043462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2568475629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4241444333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2367893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Gust Tolerance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585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119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6437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867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905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Column 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1.543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16.000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6.533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9.333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25155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3A769B-1377-0501-ABA6-5EDF1CCC1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431069"/>
              </p:ext>
            </p:extLst>
          </p:nvPr>
        </p:nvGraphicFramePr>
        <p:xfrm>
          <a:off x="5053778" y="703953"/>
          <a:ext cx="6774426" cy="1944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9071">
                  <a:extLst>
                    <a:ext uri="{9D8B030D-6E8A-4147-A177-3AD203B41FA5}">
                      <a16:colId xmlns:a16="http://schemas.microsoft.com/office/drawing/2014/main" val="3773426032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1698003661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96489879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3966102349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567069712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1697306262"/>
                    </a:ext>
                  </a:extLst>
                </a:gridCol>
              </a:tblGrid>
              <a:tr h="481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Configuration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Priority Vector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9718271"/>
                  </a:ext>
                </a:extLst>
              </a:tr>
              <a:tr h="481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0.648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0.438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0.765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0.536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0.60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8308531"/>
                  </a:ext>
                </a:extLst>
              </a:tr>
              <a:tr h="245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0.031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0.036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9717768"/>
                  </a:ext>
                </a:extLst>
              </a:tr>
              <a:tr h="245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0.313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0.153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0.321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4962586"/>
                  </a:ext>
                </a:extLst>
              </a:tr>
              <a:tr h="245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0.188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0.051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9953494"/>
                  </a:ext>
                </a:extLst>
              </a:tr>
              <a:tr h="245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1.00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0513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68AF0E-56A1-D42B-77B8-4C7B49EE5C2D}"/>
              </a:ext>
            </a:extLst>
          </p:cNvPr>
          <p:cNvSpPr txBox="1"/>
          <p:nvPr/>
        </p:nvSpPr>
        <p:spPr>
          <a:xfrm>
            <a:off x="471949" y="2692794"/>
            <a:ext cx="11434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0.04,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demonstrates the highest gust tolerance due to large rotor disk area, coaxial configuration, and inherent aerodynamic damping, making it most suitable for shipboard VTOL operations.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6531E-078C-9973-87AC-0809164F4418}"/>
              </a:ext>
            </a:extLst>
          </p:cNvPr>
          <p:cNvSpPr txBox="1"/>
          <p:nvPr/>
        </p:nvSpPr>
        <p:spPr>
          <a:xfrm>
            <a:off x="540774" y="32726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Hover Efficiency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6FB5F4-678D-622F-A644-596370DB8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583519"/>
              </p:ext>
            </p:extLst>
          </p:nvPr>
        </p:nvGraphicFramePr>
        <p:xfrm>
          <a:off x="540774" y="3705377"/>
          <a:ext cx="4294240" cy="21160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8848">
                  <a:extLst>
                    <a:ext uri="{9D8B030D-6E8A-4147-A177-3AD203B41FA5}">
                      <a16:colId xmlns:a16="http://schemas.microsoft.com/office/drawing/2014/main" val="670572243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2933680218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1198322082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2641517795"/>
                    </a:ext>
                  </a:extLst>
                </a:gridCol>
                <a:gridCol w="858848">
                  <a:extLst>
                    <a:ext uri="{9D8B030D-6E8A-4147-A177-3AD203B41FA5}">
                      <a16:colId xmlns:a16="http://schemas.microsoft.com/office/drawing/2014/main" val="4201139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Hover Efficiency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6219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195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793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118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77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1.543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6.533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9.333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4522432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E4FB82-1F39-74C0-0E95-9EC57E32C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77730"/>
              </p:ext>
            </p:extLst>
          </p:nvPr>
        </p:nvGraphicFramePr>
        <p:xfrm>
          <a:off x="5053778" y="3705377"/>
          <a:ext cx="6774426" cy="21160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9071">
                  <a:extLst>
                    <a:ext uri="{9D8B030D-6E8A-4147-A177-3AD203B41FA5}">
                      <a16:colId xmlns:a16="http://schemas.microsoft.com/office/drawing/2014/main" val="3243852975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3340165127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347224603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3862078005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1878621852"/>
                    </a:ext>
                  </a:extLst>
                </a:gridCol>
                <a:gridCol w="1129071">
                  <a:extLst>
                    <a:ext uri="{9D8B030D-6E8A-4147-A177-3AD203B41FA5}">
                      <a16:colId xmlns:a16="http://schemas.microsoft.com/office/drawing/2014/main" val="4011599094"/>
                    </a:ext>
                  </a:extLst>
                </a:gridCol>
              </a:tblGrid>
              <a:tr h="5276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8159449"/>
                  </a:ext>
                </a:extLst>
              </a:tr>
              <a:tr h="5276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5386139"/>
                  </a:ext>
                </a:extLst>
              </a:tr>
              <a:tr h="265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4100078"/>
                  </a:ext>
                </a:extLst>
              </a:tr>
              <a:tr h="265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328927"/>
                  </a:ext>
                </a:extLst>
              </a:tr>
              <a:tr h="265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5820163"/>
                  </a:ext>
                </a:extLst>
              </a:tr>
              <a:tr h="265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818659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8ABDDBF-86FF-774D-438A-55D396D89A35}"/>
              </a:ext>
            </a:extLst>
          </p:cNvPr>
          <p:cNvSpPr txBox="1"/>
          <p:nvPr/>
        </p:nvSpPr>
        <p:spPr>
          <a:xfrm>
            <a:off x="540774" y="5892437"/>
            <a:ext cx="11287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0.056,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exhibits the highest hover efficiency due to low disk loading and continuous rotor operation, making it most suitable for power-intensive shipboard VTOL phases.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72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6667F4-745A-06EC-EA71-B9CAA1DFEEB7}"/>
              </a:ext>
            </a:extLst>
          </p:cNvPr>
          <p:cNvSpPr txBox="1"/>
          <p:nvPr/>
        </p:nvSpPr>
        <p:spPr>
          <a:xfrm>
            <a:off x="530942" y="257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Cruise Efficiency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3D2E64-BE36-E479-3835-69734E916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13609"/>
              </p:ext>
            </p:extLst>
          </p:nvPr>
        </p:nvGraphicFramePr>
        <p:xfrm>
          <a:off x="422788" y="743281"/>
          <a:ext cx="4493340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668">
                  <a:extLst>
                    <a:ext uri="{9D8B030D-6E8A-4147-A177-3AD203B41FA5}">
                      <a16:colId xmlns:a16="http://schemas.microsoft.com/office/drawing/2014/main" val="541829964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919949223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1943541876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1281830631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2375381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Cruise Efficiency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8402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137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3727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7438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693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10276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83B9EB-AB79-74A7-59AD-0F53AEC8F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31703"/>
              </p:ext>
            </p:extLst>
          </p:nvPr>
        </p:nvGraphicFramePr>
        <p:xfrm>
          <a:off x="5139812" y="743281"/>
          <a:ext cx="6437670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2945">
                  <a:extLst>
                    <a:ext uri="{9D8B030D-6E8A-4147-A177-3AD203B41FA5}">
                      <a16:colId xmlns:a16="http://schemas.microsoft.com/office/drawing/2014/main" val="688107900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672271108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2133169250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3330794278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2404928839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1405784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921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6269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7077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3031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730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15677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C93A5D-90D4-3944-9D15-F068A5034A0D}"/>
              </a:ext>
            </a:extLst>
          </p:cNvPr>
          <p:cNvSpPr txBox="1"/>
          <p:nvPr/>
        </p:nvSpPr>
        <p:spPr>
          <a:xfrm>
            <a:off x="422788" y="2692794"/>
            <a:ext cx="111546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achieves the highest cruise efficiency due to fixed-wing lift dominance and decoupled hover propulsion, making it most suitable for long-range outbound and return missions.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EF6E7-AD16-C337-19BE-C32803F1CCBD}"/>
              </a:ext>
            </a:extLst>
          </p:cNvPr>
          <p:cNvSpPr txBox="1"/>
          <p:nvPr/>
        </p:nvSpPr>
        <p:spPr>
          <a:xfrm>
            <a:off x="530942" y="3285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Fraction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0C3BDB-450C-70E6-DC4F-6F7F46BB1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96752"/>
              </p:ext>
            </p:extLst>
          </p:nvPr>
        </p:nvGraphicFramePr>
        <p:xfrm>
          <a:off x="422788" y="3869940"/>
          <a:ext cx="4493340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668">
                  <a:extLst>
                    <a:ext uri="{9D8B030D-6E8A-4147-A177-3AD203B41FA5}">
                      <a16:colId xmlns:a16="http://schemas.microsoft.com/office/drawing/2014/main" val="2823106744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3119917694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2186367725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1007851046"/>
                    </a:ext>
                  </a:extLst>
                </a:gridCol>
                <a:gridCol w="898668">
                  <a:extLst>
                    <a:ext uri="{9D8B030D-6E8A-4147-A177-3AD203B41FA5}">
                      <a16:colId xmlns:a16="http://schemas.microsoft.com/office/drawing/2014/main" val="3711507411"/>
                    </a:ext>
                  </a:extLst>
                </a:gridCol>
              </a:tblGrid>
              <a:tr h="2722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Payload Fraction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0601390"/>
                  </a:ext>
                </a:extLst>
              </a:tr>
              <a:tr h="2722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7379888"/>
                  </a:ext>
                </a:extLst>
              </a:tr>
              <a:tr h="136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7678058"/>
                  </a:ext>
                </a:extLst>
              </a:tr>
              <a:tr h="136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4406404"/>
                  </a:ext>
                </a:extLst>
              </a:tr>
              <a:tr h="136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1181744"/>
                  </a:ext>
                </a:extLst>
              </a:tr>
              <a:tr h="136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209035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2DC11F-C0E2-B88C-BAD4-AC261094A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486429"/>
              </p:ext>
            </p:extLst>
          </p:nvPr>
        </p:nvGraphicFramePr>
        <p:xfrm>
          <a:off x="5139812" y="3869940"/>
          <a:ext cx="6437670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2945">
                  <a:extLst>
                    <a:ext uri="{9D8B030D-6E8A-4147-A177-3AD203B41FA5}">
                      <a16:colId xmlns:a16="http://schemas.microsoft.com/office/drawing/2014/main" val="4214196716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3654980994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2275397609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2385422278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3821370795"/>
                    </a:ext>
                  </a:extLst>
                </a:gridCol>
                <a:gridCol w="1072945">
                  <a:extLst>
                    <a:ext uri="{9D8B030D-6E8A-4147-A177-3AD203B41FA5}">
                      <a16:colId xmlns:a16="http://schemas.microsoft.com/office/drawing/2014/main" val="2883132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9777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66477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669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538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31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40248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ABAA10E-5072-3549-5DCA-2268667B639C}"/>
              </a:ext>
            </a:extLst>
          </p:cNvPr>
          <p:cNvSpPr txBox="1"/>
          <p:nvPr/>
        </p:nvSpPr>
        <p:spPr>
          <a:xfrm>
            <a:off x="324464" y="5652304"/>
            <a:ext cx="112530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and tilt-rotor configurations provide the highest payload fraction due to efficient rotor-based lift and reduced structural penalties under fixed GTOW constraints.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56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07452-F54C-FED4-527E-DB527DEA1BA2}"/>
              </a:ext>
            </a:extLst>
          </p:cNvPr>
          <p:cNvSpPr txBox="1"/>
          <p:nvPr/>
        </p:nvSpPr>
        <p:spPr>
          <a:xfrm>
            <a:off x="658762" y="2184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 Travel Limit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9433B1-05FD-CD76-29C0-DFD74BD31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10176"/>
              </p:ext>
            </p:extLst>
          </p:nvPr>
        </p:nvGraphicFramePr>
        <p:xfrm>
          <a:off x="385916" y="703952"/>
          <a:ext cx="4441725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8345">
                  <a:extLst>
                    <a:ext uri="{9D8B030D-6E8A-4147-A177-3AD203B41FA5}">
                      <a16:colId xmlns:a16="http://schemas.microsoft.com/office/drawing/2014/main" val="3030945317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3277807036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3987948984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459106170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2395081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 Travel Limit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2278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9147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0053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7155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169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1.733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23686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E664AF-8EEA-CF89-4B3C-10A266EB5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504748"/>
              </p:ext>
            </p:extLst>
          </p:nvPr>
        </p:nvGraphicFramePr>
        <p:xfrm>
          <a:off x="5132436" y="703952"/>
          <a:ext cx="6538452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742">
                  <a:extLst>
                    <a:ext uri="{9D8B030D-6E8A-4147-A177-3AD203B41FA5}">
                      <a16:colId xmlns:a16="http://schemas.microsoft.com/office/drawing/2014/main" val="3183408754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860038143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4243958951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2562990368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2878259224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1947874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756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191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11265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703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248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4563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9C92EB-0D93-7A10-9F39-8ABFC9593A5B}"/>
              </a:ext>
            </a:extLst>
          </p:cNvPr>
          <p:cNvSpPr txBox="1"/>
          <p:nvPr/>
        </p:nvSpPr>
        <p:spPr>
          <a:xfrm>
            <a:off x="385916" y="2614984"/>
            <a:ext cx="11284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0.03,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accommodates larger CG shifts due to centrally located lift rotor and symmetric configuration, making it most robust under modular payload swaps.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3CBF8-79D7-F3F5-3582-CD7366DCD98D}"/>
              </a:ext>
            </a:extLst>
          </p:cNvPr>
          <p:cNvSpPr txBox="1"/>
          <p:nvPr/>
        </p:nvSpPr>
        <p:spPr>
          <a:xfrm>
            <a:off x="766916" y="31691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Compactness &amp; Launch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3C8EB47-4905-4DF9-957F-0FD263D8B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501728"/>
              </p:ext>
            </p:extLst>
          </p:nvPr>
        </p:nvGraphicFramePr>
        <p:xfrm>
          <a:off x="385916" y="3719797"/>
          <a:ext cx="4441725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8345">
                  <a:extLst>
                    <a:ext uri="{9D8B030D-6E8A-4147-A177-3AD203B41FA5}">
                      <a16:colId xmlns:a16="http://schemas.microsoft.com/office/drawing/2014/main" val="310003980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1035612618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2917679718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2997853807"/>
                    </a:ext>
                  </a:extLst>
                </a:gridCol>
                <a:gridCol w="888345">
                  <a:extLst>
                    <a:ext uri="{9D8B030D-6E8A-4147-A177-3AD203B41FA5}">
                      <a16:colId xmlns:a16="http://schemas.microsoft.com/office/drawing/2014/main" val="978787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Compactness &amp; Launch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6858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412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641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19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60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031479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9FBD61-DC8A-AFA1-8EBE-D17DE4283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423862"/>
              </p:ext>
            </p:extLst>
          </p:nvPr>
        </p:nvGraphicFramePr>
        <p:xfrm>
          <a:off x="5132436" y="3719797"/>
          <a:ext cx="6538452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742">
                  <a:extLst>
                    <a:ext uri="{9D8B030D-6E8A-4147-A177-3AD203B41FA5}">
                      <a16:colId xmlns:a16="http://schemas.microsoft.com/office/drawing/2014/main" val="3544539720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293370653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2235357282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2994262445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1104710493"/>
                    </a:ext>
                  </a:extLst>
                </a:gridCol>
                <a:gridCol w="1089742">
                  <a:extLst>
                    <a:ext uri="{9D8B030D-6E8A-4147-A177-3AD203B41FA5}">
                      <a16:colId xmlns:a16="http://schemas.microsoft.com/office/drawing/2014/main" val="886289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624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2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280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5195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063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33691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9231510-A106-76DA-2C2D-D687D3E8803B}"/>
              </a:ext>
            </a:extLst>
          </p:cNvPr>
          <p:cNvSpPr txBox="1"/>
          <p:nvPr/>
        </p:nvSpPr>
        <p:spPr>
          <a:xfrm>
            <a:off x="385916" y="5630828"/>
            <a:ext cx="11284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achieves the highest compactness due to foldable lift rotors and fixed-wing cruise layout, enabling efficient deck operations and hangar storage.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7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1FC734-DAE5-13CB-9001-BC138169E37A}"/>
              </a:ext>
            </a:extLst>
          </p:cNvPr>
          <p:cNvSpPr txBox="1"/>
          <p:nvPr/>
        </p:nvSpPr>
        <p:spPr>
          <a:xfrm>
            <a:off x="530942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 for Storage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7FBD60-5863-F979-FEDC-52FF764F8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265134"/>
              </p:ext>
            </p:extLst>
          </p:nvPr>
        </p:nvGraphicFramePr>
        <p:xfrm>
          <a:off x="366252" y="644959"/>
          <a:ext cx="5070985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4197">
                  <a:extLst>
                    <a:ext uri="{9D8B030D-6E8A-4147-A177-3AD203B41FA5}">
                      <a16:colId xmlns:a16="http://schemas.microsoft.com/office/drawing/2014/main" val="293894862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363264878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892377941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1067180468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635281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Modularity for Storage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299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3198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9432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4245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717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5.333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09469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985317-7BA2-BD5E-3DAC-A84DDB0B2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41821"/>
              </p:ext>
            </p:extLst>
          </p:nvPr>
        </p:nvGraphicFramePr>
        <p:xfrm>
          <a:off x="5624050" y="644959"/>
          <a:ext cx="6201696" cy="1695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3616">
                  <a:extLst>
                    <a:ext uri="{9D8B030D-6E8A-4147-A177-3AD203B41FA5}">
                      <a16:colId xmlns:a16="http://schemas.microsoft.com/office/drawing/2014/main" val="664601469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3820923223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3371670082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1188573007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3553664125"/>
                    </a:ext>
                  </a:extLst>
                </a:gridCol>
                <a:gridCol w="1033616">
                  <a:extLst>
                    <a:ext uri="{9D8B030D-6E8A-4147-A177-3AD203B41FA5}">
                      <a16:colId xmlns:a16="http://schemas.microsoft.com/office/drawing/2014/main" val="3836980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841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378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842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912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98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207171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D72392-200C-85C8-B34D-EA0536E549A9}"/>
              </a:ext>
            </a:extLst>
          </p:cNvPr>
          <p:cNvSpPr txBox="1"/>
          <p:nvPr/>
        </p:nvSpPr>
        <p:spPr>
          <a:xfrm>
            <a:off x="366253" y="2506829"/>
            <a:ext cx="11459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offers the highest modularity due to discrete lift units and clear payload interfaces, enabling rapid reconfiguration and efficient shipboard storage.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B975-F03D-482A-1F22-D56BABB5F2EE}"/>
              </a:ext>
            </a:extLst>
          </p:cNvPr>
          <p:cNvSpPr txBox="1"/>
          <p:nvPr/>
        </p:nvSpPr>
        <p:spPr>
          <a:xfrm>
            <a:off x="366252" y="5396665"/>
            <a:ext cx="114594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Ratio (CR) ≈ 0.05,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offers the highest life cycle cost 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60977-90F8-2E78-8038-11BE3C0F562A}"/>
              </a:ext>
            </a:extLst>
          </p:cNvPr>
          <p:cNvSpPr txBox="1"/>
          <p:nvPr/>
        </p:nvSpPr>
        <p:spPr>
          <a:xfrm>
            <a:off x="530942" y="2996128"/>
            <a:ext cx="1671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Lifecycle Cost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237320-BA2F-5F20-A493-8E498D17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44698"/>
              </p:ext>
            </p:extLst>
          </p:nvPr>
        </p:nvGraphicFramePr>
        <p:xfrm>
          <a:off x="366252" y="3436436"/>
          <a:ext cx="5070985" cy="18303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4197">
                  <a:extLst>
                    <a:ext uri="{9D8B030D-6E8A-4147-A177-3AD203B41FA5}">
                      <a16:colId xmlns:a16="http://schemas.microsoft.com/office/drawing/2014/main" val="4133710685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491916302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217619607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784858614"/>
                    </a:ext>
                  </a:extLst>
                </a:gridCol>
                <a:gridCol w="1014197">
                  <a:extLst>
                    <a:ext uri="{9D8B030D-6E8A-4147-A177-3AD203B41FA5}">
                      <a16:colId xmlns:a16="http://schemas.microsoft.com/office/drawing/2014/main" val="3549551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Life Cycle Cost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384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5883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 dirty="0">
                          <a:effectLst/>
                        </a:rPr>
                        <a:t>1/5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49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6934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90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Column 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4.666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 dirty="0">
                          <a:effectLst/>
                        </a:rPr>
                        <a:t>1.733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 dirty="0">
                          <a:effectLst/>
                        </a:rPr>
                        <a:t>10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9429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DD5F88-911A-D5D6-75BC-2751B43BB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379310"/>
              </p:ext>
            </p:extLst>
          </p:nvPr>
        </p:nvGraphicFramePr>
        <p:xfrm>
          <a:off x="5595766" y="3429000"/>
          <a:ext cx="6229980" cy="18303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8330">
                  <a:extLst>
                    <a:ext uri="{9D8B030D-6E8A-4147-A177-3AD203B41FA5}">
                      <a16:colId xmlns:a16="http://schemas.microsoft.com/office/drawing/2014/main" val="1534459709"/>
                    </a:ext>
                  </a:extLst>
                </a:gridCol>
                <a:gridCol w="1038330">
                  <a:extLst>
                    <a:ext uri="{9D8B030D-6E8A-4147-A177-3AD203B41FA5}">
                      <a16:colId xmlns:a16="http://schemas.microsoft.com/office/drawing/2014/main" val="2418618477"/>
                    </a:ext>
                  </a:extLst>
                </a:gridCol>
                <a:gridCol w="1038330">
                  <a:extLst>
                    <a:ext uri="{9D8B030D-6E8A-4147-A177-3AD203B41FA5}">
                      <a16:colId xmlns:a16="http://schemas.microsoft.com/office/drawing/2014/main" val="3306935955"/>
                    </a:ext>
                  </a:extLst>
                </a:gridCol>
                <a:gridCol w="1038330">
                  <a:extLst>
                    <a:ext uri="{9D8B030D-6E8A-4147-A177-3AD203B41FA5}">
                      <a16:colId xmlns:a16="http://schemas.microsoft.com/office/drawing/2014/main" val="2471953455"/>
                    </a:ext>
                  </a:extLst>
                </a:gridCol>
                <a:gridCol w="1038330">
                  <a:extLst>
                    <a:ext uri="{9D8B030D-6E8A-4147-A177-3AD203B41FA5}">
                      <a16:colId xmlns:a16="http://schemas.microsoft.com/office/drawing/2014/main" val="3426668853"/>
                    </a:ext>
                  </a:extLst>
                </a:gridCol>
                <a:gridCol w="1038330">
                  <a:extLst>
                    <a:ext uri="{9D8B030D-6E8A-4147-A177-3AD203B41FA5}">
                      <a16:colId xmlns:a16="http://schemas.microsoft.com/office/drawing/2014/main" val="3928368581"/>
                    </a:ext>
                  </a:extLst>
                </a:gridCol>
              </a:tblGrid>
              <a:tr h="463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Configuration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Priority Vector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497425"/>
                  </a:ext>
                </a:extLst>
              </a:tr>
              <a:tr h="463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0.214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0.192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436279"/>
                  </a:ext>
                </a:extLst>
              </a:tr>
              <a:tr h="2258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0.071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0.115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799775"/>
                  </a:ext>
                </a:extLst>
              </a:tr>
              <a:tr h="2258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0.643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0.577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0.54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799379"/>
                  </a:ext>
                </a:extLst>
              </a:tr>
              <a:tr h="2258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0.071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0.115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5593057"/>
                  </a:ext>
                </a:extLst>
              </a:tr>
              <a:tr h="2258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1.00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22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92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D607C-F561-073A-222B-DE5631AB8A2D}"/>
              </a:ext>
            </a:extLst>
          </p:cNvPr>
          <p:cNvSpPr txBox="1"/>
          <p:nvPr/>
        </p:nvSpPr>
        <p:spPr>
          <a:xfrm>
            <a:off x="462116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1EDF24-A188-F9F9-A35B-5D8A42F4E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498144"/>
              </p:ext>
            </p:extLst>
          </p:nvPr>
        </p:nvGraphicFramePr>
        <p:xfrm>
          <a:off x="462116" y="509130"/>
          <a:ext cx="4345860" cy="1905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9172">
                  <a:extLst>
                    <a:ext uri="{9D8B030D-6E8A-4147-A177-3AD203B41FA5}">
                      <a16:colId xmlns:a16="http://schemas.microsoft.com/office/drawing/2014/main" val="1904023592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2185836218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842355474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1522101855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756596863"/>
                    </a:ext>
                  </a:extLst>
                </a:gridCol>
              </a:tblGrid>
              <a:tr h="360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9441100"/>
                  </a:ext>
                </a:extLst>
              </a:tr>
              <a:tr h="360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9413283"/>
                  </a:ext>
                </a:extLst>
              </a:tr>
              <a:tr h="181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4909861"/>
                  </a:ext>
                </a:extLst>
              </a:tr>
              <a:tr h="181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2139692"/>
                  </a:ext>
                </a:extLst>
              </a:tr>
              <a:tr h="1811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4071493"/>
                  </a:ext>
                </a:extLst>
              </a:tr>
              <a:tr h="360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01397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7EEDCA-3CD4-3889-E8A1-97081E4C5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302076"/>
              </p:ext>
            </p:extLst>
          </p:nvPr>
        </p:nvGraphicFramePr>
        <p:xfrm>
          <a:off x="4982496" y="509129"/>
          <a:ext cx="6845712" cy="1905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952">
                  <a:extLst>
                    <a:ext uri="{9D8B030D-6E8A-4147-A177-3AD203B41FA5}">
                      <a16:colId xmlns:a16="http://schemas.microsoft.com/office/drawing/2014/main" val="3173383566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3761187932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2113984839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2025709843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3397279438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3642894545"/>
                    </a:ext>
                  </a:extLst>
                </a:gridCol>
              </a:tblGrid>
              <a:tr h="4752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Vector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85569269"/>
                  </a:ext>
                </a:extLst>
              </a:tr>
              <a:tr h="4752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 Helicopter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2987283"/>
                  </a:ext>
                </a:extLst>
              </a:tr>
              <a:tr h="238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Rotor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0631386"/>
                  </a:ext>
                </a:extLst>
              </a:tr>
              <a:tr h="238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 + Cruise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9874054"/>
                  </a:ext>
                </a:extLst>
              </a:tr>
              <a:tr h="238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Tilt Wing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7964561"/>
                  </a:ext>
                </a:extLst>
              </a:tr>
              <a:tr h="238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432362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383DE0-14B8-26CA-6F01-B07C73370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6144"/>
              </p:ext>
            </p:extLst>
          </p:nvPr>
        </p:nvGraphicFramePr>
        <p:xfrm>
          <a:off x="462115" y="3210681"/>
          <a:ext cx="4345860" cy="21026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9172">
                  <a:extLst>
                    <a:ext uri="{9D8B030D-6E8A-4147-A177-3AD203B41FA5}">
                      <a16:colId xmlns:a16="http://schemas.microsoft.com/office/drawing/2014/main" val="2501046111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1763292121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3453455129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1581472753"/>
                    </a:ext>
                  </a:extLst>
                </a:gridCol>
                <a:gridCol w="869172">
                  <a:extLst>
                    <a:ext uri="{9D8B030D-6E8A-4147-A177-3AD203B41FA5}">
                      <a16:colId xmlns:a16="http://schemas.microsoft.com/office/drawing/2014/main" val="4260238900"/>
                    </a:ext>
                  </a:extLst>
                </a:gridCol>
              </a:tblGrid>
              <a:tr h="4722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Ease of Transition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093730"/>
                  </a:ext>
                </a:extLst>
              </a:tr>
              <a:tr h="312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365605"/>
                  </a:ext>
                </a:extLst>
              </a:tr>
              <a:tr h="1521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1001609"/>
                  </a:ext>
                </a:extLst>
              </a:tr>
              <a:tr h="312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5075778"/>
                  </a:ext>
                </a:extLst>
              </a:tr>
              <a:tr h="1521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1/7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41172"/>
                  </a:ext>
                </a:extLst>
              </a:tr>
              <a:tr h="312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Column 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4.533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9.333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1.676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16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41769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1E6EC2-9D25-798E-4A16-C11EE84FB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80891"/>
              </p:ext>
            </p:extLst>
          </p:nvPr>
        </p:nvGraphicFramePr>
        <p:xfrm>
          <a:off x="4982495" y="3210681"/>
          <a:ext cx="6845712" cy="210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952">
                  <a:extLst>
                    <a:ext uri="{9D8B030D-6E8A-4147-A177-3AD203B41FA5}">
                      <a16:colId xmlns:a16="http://schemas.microsoft.com/office/drawing/2014/main" val="1225452445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2916422597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301395985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818802634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1048128648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1012656340"/>
                    </a:ext>
                  </a:extLst>
                </a:gridCol>
              </a:tblGrid>
              <a:tr h="532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Configuration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Priority Vector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6460804"/>
                  </a:ext>
                </a:extLst>
              </a:tr>
              <a:tr h="532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0.221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0.321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0.199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018642"/>
                  </a:ext>
                </a:extLst>
              </a:tr>
              <a:tr h="2594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0.074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0.119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0.188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9190508"/>
                  </a:ext>
                </a:extLst>
              </a:tr>
              <a:tr h="2594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Lift + Cruise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0.662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0.536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0.597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0.438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0146149"/>
                  </a:ext>
                </a:extLst>
              </a:tr>
              <a:tr h="2594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0.044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0.036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0.085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0810978"/>
                  </a:ext>
                </a:extLst>
              </a:tr>
              <a:tr h="2594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Sum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1.00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90265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BBED815-F7D8-3A50-EF18-DA814CD77973}"/>
              </a:ext>
            </a:extLst>
          </p:cNvPr>
          <p:cNvSpPr txBox="1"/>
          <p:nvPr/>
        </p:nvSpPr>
        <p:spPr>
          <a:xfrm>
            <a:off x="462116" y="27842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Transition</a:t>
            </a:r>
          </a:p>
        </p:txBody>
      </p:sp>
    </p:spTree>
    <p:extLst>
      <p:ext uri="{BB962C8B-B14F-4D97-AF65-F5344CB8AC3E}">
        <p14:creationId xmlns:p14="http://schemas.microsoft.com/office/powerpoint/2010/main" val="285270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B4B3B1-A626-100A-8EE2-7E969ED5A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37665"/>
              </p:ext>
            </p:extLst>
          </p:nvPr>
        </p:nvGraphicFramePr>
        <p:xfrm>
          <a:off x="604372" y="703386"/>
          <a:ext cx="5542506" cy="57533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3751">
                  <a:extLst>
                    <a:ext uri="{9D8B030D-6E8A-4147-A177-3AD203B41FA5}">
                      <a16:colId xmlns:a16="http://schemas.microsoft.com/office/drawing/2014/main" val="1690759900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3877936217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2975073916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2377787464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1542787168"/>
                    </a:ext>
                  </a:extLst>
                </a:gridCol>
                <a:gridCol w="923751">
                  <a:extLst>
                    <a:ext uri="{9D8B030D-6E8A-4147-A177-3AD203B41FA5}">
                      <a16:colId xmlns:a16="http://schemas.microsoft.com/office/drawing/2014/main" val="3329680074"/>
                    </a:ext>
                  </a:extLst>
                </a:gridCol>
              </a:tblGrid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Final Score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Weights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Compound Helicopter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Rotor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Lift + Cruise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Tilt Wing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360130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Cruise Efficiency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0.196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858426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Payload Fraction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0.196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956993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Ease of Transition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0.196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970598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Gust Tolerance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0.60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508342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CG Travel Limit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5802825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Life Cycle Cost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0.27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0.54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0.09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0504595"/>
                  </a:ext>
                </a:extLst>
              </a:tr>
              <a:tr h="488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Compactness &amp; Launch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0.045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716154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Hover Efficiency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0.045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0.60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0.06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5597271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Modularity for Storage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0.025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0.52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8782891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Maintainability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0.015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0.13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0.38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0.13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7777996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Technological Maturity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0.015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0.40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0.20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1110098"/>
                  </a:ext>
                </a:extLst>
              </a:tr>
              <a:tr h="238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Final Scores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1.00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0.35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>
                          <a:effectLst/>
                        </a:rPr>
                        <a:t>0.19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0.43</a:t>
                      </a:r>
                      <a:endParaRPr lang="en-IN" sz="1200" b="1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0.13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08727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56DD84-A608-5223-4D47-2EC9D17E3549}"/>
              </a:ext>
            </a:extLst>
          </p:cNvPr>
          <p:cNvSpPr txBox="1"/>
          <p:nvPr/>
        </p:nvSpPr>
        <p:spPr>
          <a:xfrm>
            <a:off x="2107971" y="230438"/>
            <a:ext cx="253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Final Weight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9C894-3786-41FC-0B60-49B15A04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19112"/>
            <a:ext cx="60960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7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A65CE5-B84A-4F1A-DBCC-2F1125AFD3BC}"/>
              </a:ext>
            </a:extLst>
          </p:cNvPr>
          <p:cNvSpPr/>
          <p:nvPr/>
        </p:nvSpPr>
        <p:spPr>
          <a:xfrm>
            <a:off x="396399" y="364148"/>
            <a:ext cx="4849165" cy="22810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00D31-5A7F-A246-F19E-C8EEFE25A4DC}"/>
              </a:ext>
            </a:extLst>
          </p:cNvPr>
          <p:cNvSpPr txBox="1"/>
          <p:nvPr/>
        </p:nvSpPr>
        <p:spPr>
          <a:xfrm>
            <a:off x="396399" y="2726543"/>
            <a:ext cx="113992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+ cruise VTOL ranks highest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of excellent cruise efficiency and compact storage,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lower gust tolerance than rotor-based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Compound helicopter ranks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superior gust tolerance, efficient hover,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robustness to CG shifts, making it best suited for shipboard VTOL operations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lower compactness.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Tilt rotor offers high cruise performance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however large footprint and mechanical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suitability for constrained ship decks.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Tilt wing suffers from gust sensitivity and complex transition aerodynamics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limiting its effectiveness in disturbed ship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airwake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ranking strongly aligns with RFP priorities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gust tolerance, hover performance, and deck operability dominate configuration selection.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7E116-C676-CC35-0627-AB11B2DFC0B2}"/>
              </a:ext>
            </a:extLst>
          </p:cNvPr>
          <p:cNvSpPr txBox="1"/>
          <p:nvPr/>
        </p:nvSpPr>
        <p:spPr>
          <a:xfrm>
            <a:off x="540005" y="627527"/>
            <a:ext cx="45619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Final Ranking (Based on AHP Summary Scores)</a:t>
            </a:r>
          </a:p>
          <a:p>
            <a:pPr marL="342900" indent="-342900">
              <a:buAutoNum type="arabicPeriod"/>
            </a:pPr>
            <a:r>
              <a:rPr lang="en-IN" b="1" dirty="0"/>
              <a:t>Lift + Cruise VTOL / Hybrid VTOL</a:t>
            </a:r>
          </a:p>
          <a:p>
            <a:pPr marL="342900" indent="-342900">
              <a:buAutoNum type="arabicPeriod"/>
            </a:pPr>
            <a:r>
              <a:rPr lang="en-IN" b="1" dirty="0"/>
              <a:t>Compound Helicopter</a:t>
            </a:r>
          </a:p>
          <a:p>
            <a:pPr marL="342900" indent="-342900">
              <a:buAutoNum type="arabicPeriod"/>
            </a:pPr>
            <a:r>
              <a:rPr lang="en-IN" b="1" dirty="0"/>
              <a:t>Tilt Rotor</a:t>
            </a:r>
          </a:p>
          <a:p>
            <a:pPr marL="342900" indent="-342900">
              <a:buAutoNum type="arabicPeriod"/>
            </a:pPr>
            <a:r>
              <a:rPr lang="en-IN" b="1" dirty="0"/>
              <a:t>Tilt Wing</a:t>
            </a:r>
          </a:p>
        </p:txBody>
      </p:sp>
    </p:spTree>
    <p:extLst>
      <p:ext uri="{BB962C8B-B14F-4D97-AF65-F5344CB8AC3E}">
        <p14:creationId xmlns:p14="http://schemas.microsoft.com/office/powerpoint/2010/main" val="391170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2369</Words>
  <Application>Microsoft Office PowerPoint</Application>
  <PresentationFormat>Widescreen</PresentationFormat>
  <Paragraphs>1197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Bhaskar Rajaura</dc:creator>
  <cp:lastModifiedBy>Bhaskar Rajaura</cp:lastModifiedBy>
  <cp:revision>7</cp:revision>
  <dcterms:created xsi:type="dcterms:W3CDTF">2026-02-05T13:11:58Z</dcterms:created>
  <dcterms:modified xsi:type="dcterms:W3CDTF">2026-05-31T04:45:51Z</dcterms:modified>
</cp:coreProperties>
</file>